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3" r:id="rId4"/>
    <p:sldId id="256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FF"/>
    <a:srgbClr val="CCE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D900B-93D4-4F3D-8C88-EFC700E4F821}" v="19" dt="2026-05-19T20:08:38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RA PRADO LOUVISON" userId="8839b866-e697-4950-9109-a5ea167761b8" providerId="ADAL" clId="{5B9552C4-5674-4306-AB07-4A3167C658FE}"/>
    <pc:docChg chg="custSel addSld delSld modSld">
      <pc:chgData name="MAIRA PRADO LOUVISON" userId="8839b866-e697-4950-9109-a5ea167761b8" providerId="ADAL" clId="{5B9552C4-5674-4306-AB07-4A3167C658FE}" dt="2026-05-19T20:19:41.405" v="649" actId="1076"/>
      <pc:docMkLst>
        <pc:docMk/>
      </pc:docMkLst>
      <pc:sldChg chg="addSp modSp mod">
        <pc:chgData name="MAIRA PRADO LOUVISON" userId="8839b866-e697-4950-9109-a5ea167761b8" providerId="ADAL" clId="{5B9552C4-5674-4306-AB07-4A3167C658FE}" dt="2026-05-19T19:42:16.336" v="80" actId="1076"/>
        <pc:sldMkLst>
          <pc:docMk/>
          <pc:sldMk cId="1295747359" sldId="257"/>
        </pc:sldMkLst>
        <pc:spChg chg="mod">
          <ac:chgData name="MAIRA PRADO LOUVISON" userId="8839b866-e697-4950-9109-a5ea167761b8" providerId="ADAL" clId="{5B9552C4-5674-4306-AB07-4A3167C658FE}" dt="2026-05-19T19:41:28.480" v="78" actId="1076"/>
          <ac:spMkLst>
            <pc:docMk/>
            <pc:sldMk cId="1295747359" sldId="257"/>
            <ac:spMk id="3" creationId="{C61EA7D3-CA20-75D8-79D2-9FAAA7D2463C}"/>
          </ac:spMkLst>
        </pc:spChg>
        <pc:spChg chg="mod">
          <ac:chgData name="MAIRA PRADO LOUVISON" userId="8839b866-e697-4950-9109-a5ea167761b8" providerId="ADAL" clId="{5B9552C4-5674-4306-AB07-4A3167C658FE}" dt="2026-05-19T19:41:26.210" v="77" actId="1076"/>
          <ac:spMkLst>
            <pc:docMk/>
            <pc:sldMk cId="1295747359" sldId="257"/>
            <ac:spMk id="4" creationId="{B0868E11-F54F-2A7C-586F-91D99D074FBF}"/>
          </ac:spMkLst>
        </pc:spChg>
        <pc:spChg chg="add mod">
          <ac:chgData name="MAIRA PRADO LOUVISON" userId="8839b866-e697-4950-9109-a5ea167761b8" providerId="ADAL" clId="{5B9552C4-5674-4306-AB07-4A3167C658FE}" dt="2026-05-19T19:42:16.336" v="80" actId="1076"/>
          <ac:spMkLst>
            <pc:docMk/>
            <pc:sldMk cId="1295747359" sldId="257"/>
            <ac:spMk id="7" creationId="{159AB2D4-6E38-D98E-5314-F3B586A88AC0}"/>
          </ac:spMkLst>
        </pc:spChg>
        <pc:graphicFrameChg chg="add mod modGraphic">
          <ac:chgData name="MAIRA PRADO LOUVISON" userId="8839b866-e697-4950-9109-a5ea167761b8" providerId="ADAL" clId="{5B9552C4-5674-4306-AB07-4A3167C658FE}" dt="2026-05-19T19:42:07.366" v="79" actId="1076"/>
          <ac:graphicFrameMkLst>
            <pc:docMk/>
            <pc:sldMk cId="1295747359" sldId="257"/>
            <ac:graphicFrameMk id="2" creationId="{13D84338-01AD-0428-85D3-DAA91F0D55DE}"/>
          </ac:graphicFrameMkLst>
        </pc:graphicFrameChg>
        <pc:graphicFrameChg chg="add mod modGraphic">
          <ac:chgData name="MAIRA PRADO LOUVISON" userId="8839b866-e697-4950-9109-a5ea167761b8" providerId="ADAL" clId="{5B9552C4-5674-4306-AB07-4A3167C658FE}" dt="2026-05-19T19:42:16.336" v="80" actId="1076"/>
          <ac:graphicFrameMkLst>
            <pc:docMk/>
            <pc:sldMk cId="1295747359" sldId="257"/>
            <ac:graphicFrameMk id="5" creationId="{74958548-CD7D-2831-C2D0-F0E919BF7FB3}"/>
          </ac:graphicFrameMkLst>
        </pc:graphicFrameChg>
        <pc:picChg chg="add mod">
          <ac:chgData name="MAIRA PRADO LOUVISON" userId="8839b866-e697-4950-9109-a5ea167761b8" providerId="ADAL" clId="{5B9552C4-5674-4306-AB07-4A3167C658FE}" dt="2026-05-19T19:42:07.366" v="79" actId="1076"/>
          <ac:picMkLst>
            <pc:docMk/>
            <pc:sldMk cId="1295747359" sldId="257"/>
            <ac:picMk id="9" creationId="{B169544F-744D-60D8-81BE-56080D86C8DD}"/>
          </ac:picMkLst>
        </pc:picChg>
        <pc:picChg chg="add mod">
          <ac:chgData name="MAIRA PRADO LOUVISON" userId="8839b866-e697-4950-9109-a5ea167761b8" providerId="ADAL" clId="{5B9552C4-5674-4306-AB07-4A3167C658FE}" dt="2026-05-19T19:42:07.366" v="79" actId="1076"/>
          <ac:picMkLst>
            <pc:docMk/>
            <pc:sldMk cId="1295747359" sldId="257"/>
            <ac:picMk id="11" creationId="{84FA8BE2-A906-3BA7-D06D-7295455CD9F3}"/>
          </ac:picMkLst>
        </pc:picChg>
        <pc:picChg chg="add mod">
          <ac:chgData name="MAIRA PRADO LOUVISON" userId="8839b866-e697-4950-9109-a5ea167761b8" providerId="ADAL" clId="{5B9552C4-5674-4306-AB07-4A3167C658FE}" dt="2026-05-19T19:42:07.366" v="79" actId="1076"/>
          <ac:picMkLst>
            <pc:docMk/>
            <pc:sldMk cId="1295747359" sldId="257"/>
            <ac:picMk id="13" creationId="{DC35094D-2D31-5C70-565B-182CF17391D9}"/>
          </ac:picMkLst>
        </pc:picChg>
        <pc:picChg chg="add mod">
          <ac:chgData name="MAIRA PRADO LOUVISON" userId="8839b866-e697-4950-9109-a5ea167761b8" providerId="ADAL" clId="{5B9552C4-5674-4306-AB07-4A3167C658FE}" dt="2026-05-19T19:36:22.617" v="50" actId="1076"/>
          <ac:picMkLst>
            <pc:docMk/>
            <pc:sldMk cId="1295747359" sldId="257"/>
            <ac:picMk id="15" creationId="{C233A9C1-6C9C-FC53-9862-EB1D7F22B6F5}"/>
          </ac:picMkLst>
        </pc:picChg>
        <pc:picChg chg="add mod">
          <ac:chgData name="MAIRA PRADO LOUVISON" userId="8839b866-e697-4950-9109-a5ea167761b8" providerId="ADAL" clId="{5B9552C4-5674-4306-AB07-4A3167C658FE}" dt="2026-05-19T19:42:07.366" v="79" actId="1076"/>
          <ac:picMkLst>
            <pc:docMk/>
            <pc:sldMk cId="1295747359" sldId="257"/>
            <ac:picMk id="17" creationId="{2322CD05-8309-F6EB-D356-6B4B19F9891A}"/>
          </ac:picMkLst>
        </pc:picChg>
      </pc:sldChg>
      <pc:sldChg chg="addSp delSp modSp mod">
        <pc:chgData name="MAIRA PRADO LOUVISON" userId="8839b866-e697-4950-9109-a5ea167761b8" providerId="ADAL" clId="{5B9552C4-5674-4306-AB07-4A3167C658FE}" dt="2026-05-19T19:49:39.629" v="334" actId="1076"/>
        <pc:sldMkLst>
          <pc:docMk/>
          <pc:sldMk cId="4034398013" sldId="259"/>
        </pc:sldMkLst>
        <pc:spChg chg="mod">
          <ac:chgData name="MAIRA PRADO LOUVISON" userId="8839b866-e697-4950-9109-a5ea167761b8" providerId="ADAL" clId="{5B9552C4-5674-4306-AB07-4A3167C658FE}" dt="2026-05-19T19:49:19.224" v="330" actId="14100"/>
          <ac:spMkLst>
            <pc:docMk/>
            <pc:sldMk cId="4034398013" sldId="259"/>
            <ac:spMk id="2" creationId="{30F5CC09-FC0E-48D6-E308-331B03742162}"/>
          </ac:spMkLst>
        </pc:spChg>
        <pc:spChg chg="mod">
          <ac:chgData name="MAIRA PRADO LOUVISON" userId="8839b866-e697-4950-9109-a5ea167761b8" providerId="ADAL" clId="{5B9552C4-5674-4306-AB07-4A3167C658FE}" dt="2026-05-19T19:45:42" v="137" actId="1076"/>
          <ac:spMkLst>
            <pc:docMk/>
            <pc:sldMk cId="4034398013" sldId="259"/>
            <ac:spMk id="8" creationId="{AF62FF48-746F-5E47-1019-77515DA32CFC}"/>
          </ac:spMkLst>
        </pc:spChg>
        <pc:spChg chg="mod">
          <ac:chgData name="MAIRA PRADO LOUVISON" userId="8839b866-e697-4950-9109-a5ea167761b8" providerId="ADAL" clId="{5B9552C4-5674-4306-AB07-4A3167C658FE}" dt="2026-05-19T19:49:30.406" v="332" actId="1076"/>
          <ac:spMkLst>
            <pc:docMk/>
            <pc:sldMk cId="4034398013" sldId="259"/>
            <ac:spMk id="9" creationId="{E03FAB6E-82DB-E106-BEC1-C8C65EF2BA9F}"/>
          </ac:spMkLst>
        </pc:spChg>
        <pc:spChg chg="mod">
          <ac:chgData name="MAIRA PRADO LOUVISON" userId="8839b866-e697-4950-9109-a5ea167761b8" providerId="ADAL" clId="{5B9552C4-5674-4306-AB07-4A3167C658FE}" dt="2026-05-19T19:45:43.185" v="138" actId="1076"/>
          <ac:spMkLst>
            <pc:docMk/>
            <pc:sldMk cId="4034398013" sldId="259"/>
            <ac:spMk id="10" creationId="{CE598244-D43E-BDA7-E85E-CC16A0AE0046}"/>
          </ac:spMkLst>
        </pc:spChg>
        <pc:spChg chg="mod">
          <ac:chgData name="MAIRA PRADO LOUVISON" userId="8839b866-e697-4950-9109-a5ea167761b8" providerId="ADAL" clId="{5B9552C4-5674-4306-AB07-4A3167C658FE}" dt="2026-05-19T19:49:25.542" v="331" actId="1076"/>
          <ac:spMkLst>
            <pc:docMk/>
            <pc:sldMk cId="4034398013" sldId="259"/>
            <ac:spMk id="11" creationId="{1B0023D0-E1D5-1F2C-8C1C-EFBA02A84129}"/>
          </ac:spMkLst>
        </pc:spChg>
        <pc:spChg chg="mod">
          <ac:chgData name="MAIRA PRADO LOUVISON" userId="8839b866-e697-4950-9109-a5ea167761b8" providerId="ADAL" clId="{5B9552C4-5674-4306-AB07-4A3167C658FE}" dt="2026-05-19T19:45:59.954" v="143" actId="1076"/>
          <ac:spMkLst>
            <pc:docMk/>
            <pc:sldMk cId="4034398013" sldId="259"/>
            <ac:spMk id="12" creationId="{2A6871FC-E93D-DEE4-7A24-72ED7946CBC2}"/>
          </ac:spMkLst>
        </pc:spChg>
        <pc:spChg chg="del mod">
          <ac:chgData name="MAIRA PRADO LOUVISON" userId="8839b866-e697-4950-9109-a5ea167761b8" providerId="ADAL" clId="{5B9552C4-5674-4306-AB07-4A3167C658FE}" dt="2026-05-19T19:48:00.730" v="208" actId="21"/>
          <ac:spMkLst>
            <pc:docMk/>
            <pc:sldMk cId="4034398013" sldId="259"/>
            <ac:spMk id="13" creationId="{250568F5-6A4D-1D94-BAA2-77CAADD3DA11}"/>
          </ac:spMkLst>
        </pc:spChg>
        <pc:spChg chg="mod">
          <ac:chgData name="MAIRA PRADO LOUVISON" userId="8839b866-e697-4950-9109-a5ea167761b8" providerId="ADAL" clId="{5B9552C4-5674-4306-AB07-4A3167C658FE}" dt="2026-05-19T19:49:39.629" v="334" actId="1076"/>
          <ac:spMkLst>
            <pc:docMk/>
            <pc:sldMk cId="4034398013" sldId="259"/>
            <ac:spMk id="15" creationId="{14DFFCA7-2EB4-C081-C2CC-C726BE4B6006}"/>
          </ac:spMkLst>
        </pc:spChg>
        <pc:spChg chg="mod">
          <ac:chgData name="MAIRA PRADO LOUVISON" userId="8839b866-e697-4950-9109-a5ea167761b8" providerId="ADAL" clId="{5B9552C4-5674-4306-AB07-4A3167C658FE}" dt="2026-05-19T19:45:40.608" v="136" actId="1076"/>
          <ac:spMkLst>
            <pc:docMk/>
            <pc:sldMk cId="4034398013" sldId="259"/>
            <ac:spMk id="16" creationId="{F639533C-90DB-E1F0-66BB-5DFD380431CF}"/>
          </ac:spMkLst>
        </pc:spChg>
        <pc:spChg chg="mod">
          <ac:chgData name="MAIRA PRADO LOUVISON" userId="8839b866-e697-4950-9109-a5ea167761b8" providerId="ADAL" clId="{5B9552C4-5674-4306-AB07-4A3167C658FE}" dt="2026-05-19T19:49:32.200" v="333" actId="1076"/>
          <ac:spMkLst>
            <pc:docMk/>
            <pc:sldMk cId="4034398013" sldId="259"/>
            <ac:spMk id="19" creationId="{97CDAE5E-0287-4C6B-E217-2B163579E339}"/>
          </ac:spMkLst>
        </pc:spChg>
        <pc:spChg chg="add mod">
          <ac:chgData name="MAIRA PRADO LOUVISON" userId="8839b866-e697-4950-9109-a5ea167761b8" providerId="ADAL" clId="{5B9552C4-5674-4306-AB07-4A3167C658FE}" dt="2026-05-19T19:48:15.902" v="214" actId="207"/>
          <ac:spMkLst>
            <pc:docMk/>
            <pc:sldMk cId="4034398013" sldId="259"/>
            <ac:spMk id="22" creationId="{31EC2CD8-C302-A8C4-3573-C4A4824AAF41}"/>
          </ac:spMkLst>
        </pc:spChg>
        <pc:picChg chg="add mod">
          <ac:chgData name="MAIRA PRADO LOUVISON" userId="8839b866-e697-4950-9109-a5ea167761b8" providerId="ADAL" clId="{5B9552C4-5674-4306-AB07-4A3167C658FE}" dt="2026-05-19T19:49:25.542" v="331" actId="1076"/>
          <ac:picMkLst>
            <pc:docMk/>
            <pc:sldMk cId="4034398013" sldId="259"/>
            <ac:picMk id="3" creationId="{B73A615C-E1D7-F3EC-7282-704F967B81D4}"/>
          </ac:picMkLst>
        </pc:picChg>
        <pc:picChg chg="add mod">
          <ac:chgData name="MAIRA PRADO LOUVISON" userId="8839b866-e697-4950-9109-a5ea167761b8" providerId="ADAL" clId="{5B9552C4-5674-4306-AB07-4A3167C658FE}" dt="2026-05-19T19:45:59.954" v="143" actId="1076"/>
          <ac:picMkLst>
            <pc:docMk/>
            <pc:sldMk cId="4034398013" sldId="259"/>
            <ac:picMk id="5" creationId="{E96C8850-B38E-B8CC-E93C-DF577EC6A68B}"/>
          </ac:picMkLst>
        </pc:picChg>
        <pc:picChg chg="add del mod">
          <ac:chgData name="MAIRA PRADO LOUVISON" userId="8839b866-e697-4950-9109-a5ea167761b8" providerId="ADAL" clId="{5B9552C4-5674-4306-AB07-4A3167C658FE}" dt="2026-05-19T19:47:48.827" v="205" actId="478"/>
          <ac:picMkLst>
            <pc:docMk/>
            <pc:sldMk cId="4034398013" sldId="259"/>
            <ac:picMk id="21" creationId="{D9CBD437-75E4-97FC-2594-5B7F0A9BBCD9}"/>
          </ac:picMkLst>
        </pc:picChg>
      </pc:sldChg>
      <pc:sldChg chg="addSp delSp modSp mod">
        <pc:chgData name="MAIRA PRADO LOUVISON" userId="8839b866-e697-4950-9109-a5ea167761b8" providerId="ADAL" clId="{5B9552C4-5674-4306-AB07-4A3167C658FE}" dt="2026-05-19T20:19:41.405" v="649" actId="1076"/>
        <pc:sldMkLst>
          <pc:docMk/>
          <pc:sldMk cId="1203859181" sldId="260"/>
        </pc:sldMkLst>
        <pc:spChg chg="del mod">
          <ac:chgData name="MAIRA PRADO LOUVISON" userId="8839b866-e697-4950-9109-a5ea167761b8" providerId="ADAL" clId="{5B9552C4-5674-4306-AB07-4A3167C658FE}" dt="2026-05-19T19:48:05.752" v="211" actId="478"/>
          <ac:spMkLst>
            <pc:docMk/>
            <pc:sldMk cId="1203859181" sldId="260"/>
            <ac:spMk id="8" creationId="{44BBD636-F043-D8BD-6036-AB696814F149}"/>
          </ac:spMkLst>
        </pc:spChg>
        <pc:spChg chg="add mod">
          <ac:chgData name="MAIRA PRADO LOUVISON" userId="8839b866-e697-4950-9109-a5ea167761b8" providerId="ADAL" clId="{5B9552C4-5674-4306-AB07-4A3167C658FE}" dt="2026-05-19T20:19:40.126" v="648" actId="14100"/>
          <ac:spMkLst>
            <pc:docMk/>
            <pc:sldMk cId="1203859181" sldId="260"/>
            <ac:spMk id="14" creationId="{C75345C1-C096-8931-E0E0-1011844C6DDB}"/>
          </ac:spMkLst>
        </pc:spChg>
        <pc:spChg chg="add mod">
          <ac:chgData name="MAIRA PRADO LOUVISON" userId="8839b866-e697-4950-9109-a5ea167761b8" providerId="ADAL" clId="{5B9552C4-5674-4306-AB07-4A3167C658FE}" dt="2026-05-19T20:18:40.840" v="537" actId="1076"/>
          <ac:spMkLst>
            <pc:docMk/>
            <pc:sldMk cId="1203859181" sldId="260"/>
            <ac:spMk id="15" creationId="{250568F5-6A4D-1D94-BAA2-77CAADD3DA11}"/>
          </ac:spMkLst>
        </pc:spChg>
        <pc:picChg chg="add mod ord">
          <ac:chgData name="MAIRA PRADO LOUVISON" userId="8839b866-e697-4950-9109-a5ea167761b8" providerId="ADAL" clId="{5B9552C4-5674-4306-AB07-4A3167C658FE}" dt="2026-05-19T20:19:41.405" v="649" actId="1076"/>
          <ac:picMkLst>
            <pc:docMk/>
            <pc:sldMk cId="1203859181" sldId="260"/>
            <ac:picMk id="2" creationId="{DB734C10-D274-EACC-CF25-2406E3BEFBD2}"/>
          </ac:picMkLst>
        </pc:picChg>
        <pc:picChg chg="add mod">
          <ac:chgData name="MAIRA PRADO LOUVISON" userId="8839b866-e697-4950-9109-a5ea167761b8" providerId="ADAL" clId="{5B9552C4-5674-4306-AB07-4A3167C658FE}" dt="2026-05-19T19:45:05.433" v="130"/>
          <ac:picMkLst>
            <pc:docMk/>
            <pc:sldMk cId="1203859181" sldId="260"/>
            <ac:picMk id="13" creationId="{46BF33A8-D322-4DA0-E984-944E568FC3F8}"/>
          </ac:picMkLst>
        </pc:picChg>
      </pc:sldChg>
      <pc:sldChg chg="delSp modSp add mod setBg">
        <pc:chgData name="MAIRA PRADO LOUVISON" userId="8839b866-e697-4950-9109-a5ea167761b8" providerId="ADAL" clId="{5B9552C4-5674-4306-AB07-4A3167C658FE}" dt="2026-05-19T19:38:48.364" v="71" actId="478"/>
        <pc:sldMkLst>
          <pc:docMk/>
          <pc:sldMk cId="338344138" sldId="261"/>
        </pc:sldMkLst>
        <pc:spChg chg="mod">
          <ac:chgData name="MAIRA PRADO LOUVISON" userId="8839b866-e697-4950-9109-a5ea167761b8" providerId="ADAL" clId="{5B9552C4-5674-4306-AB07-4A3167C658FE}" dt="2026-05-19T19:38:43.838" v="67" actId="1076"/>
          <ac:spMkLst>
            <pc:docMk/>
            <pc:sldMk cId="338344138" sldId="261"/>
            <ac:spMk id="3" creationId="{AF7EC7CD-0A17-7B9B-63FB-F385FB53A0E5}"/>
          </ac:spMkLst>
        </pc:spChg>
        <pc:spChg chg="mod">
          <ac:chgData name="MAIRA PRADO LOUVISON" userId="8839b866-e697-4950-9109-a5ea167761b8" providerId="ADAL" clId="{5B9552C4-5674-4306-AB07-4A3167C658FE}" dt="2026-05-19T19:38:43.838" v="67" actId="1076"/>
          <ac:spMkLst>
            <pc:docMk/>
            <pc:sldMk cId="338344138" sldId="261"/>
            <ac:spMk id="5" creationId="{E3ADC056-5F92-C0C3-6591-875A9D6EFB97}"/>
          </ac:spMkLst>
        </pc:spChg>
        <pc:spChg chg="mod">
          <ac:chgData name="MAIRA PRADO LOUVISON" userId="8839b866-e697-4950-9109-a5ea167761b8" providerId="ADAL" clId="{5B9552C4-5674-4306-AB07-4A3167C658FE}" dt="2026-05-19T19:38:38.206" v="66" actId="20577"/>
          <ac:spMkLst>
            <pc:docMk/>
            <pc:sldMk cId="338344138" sldId="261"/>
            <ac:spMk id="6" creationId="{2CB0923E-315C-1851-A89E-A05A65A7D150}"/>
          </ac:spMkLst>
        </pc:spChg>
        <pc:spChg chg="del">
          <ac:chgData name="MAIRA PRADO LOUVISON" userId="8839b866-e697-4950-9109-a5ea167761b8" providerId="ADAL" clId="{5B9552C4-5674-4306-AB07-4A3167C658FE}" dt="2026-05-19T19:38:48.364" v="71" actId="478"/>
          <ac:spMkLst>
            <pc:docMk/>
            <pc:sldMk cId="338344138" sldId="261"/>
            <ac:spMk id="7" creationId="{505CF7E1-BF9C-5349-1E00-B33820583B67}"/>
          </ac:spMkLst>
        </pc:spChg>
        <pc:spChg chg="mod">
          <ac:chgData name="MAIRA PRADO LOUVISON" userId="8839b866-e697-4950-9109-a5ea167761b8" providerId="ADAL" clId="{5B9552C4-5674-4306-AB07-4A3167C658FE}" dt="2026-05-19T19:38:43.838" v="67" actId="1076"/>
          <ac:spMkLst>
            <pc:docMk/>
            <pc:sldMk cId="338344138" sldId="261"/>
            <ac:spMk id="8" creationId="{544E7AB0-5579-EB6C-E4B1-8BCDD65C9ABA}"/>
          </ac:spMkLst>
        </pc:spChg>
        <pc:spChg chg="del">
          <ac:chgData name="MAIRA PRADO LOUVISON" userId="8839b866-e697-4950-9109-a5ea167761b8" providerId="ADAL" clId="{5B9552C4-5674-4306-AB07-4A3167C658FE}" dt="2026-05-19T19:38:46.932" v="70" actId="478"/>
          <ac:spMkLst>
            <pc:docMk/>
            <pc:sldMk cId="338344138" sldId="261"/>
            <ac:spMk id="9" creationId="{85723E01-0648-4B7D-6398-D057D66DA671}"/>
          </ac:spMkLst>
        </pc:spChg>
        <pc:spChg chg="mod">
          <ac:chgData name="MAIRA PRADO LOUVISON" userId="8839b866-e697-4950-9109-a5ea167761b8" providerId="ADAL" clId="{5B9552C4-5674-4306-AB07-4A3167C658FE}" dt="2026-05-19T19:38:43.838" v="67" actId="1076"/>
          <ac:spMkLst>
            <pc:docMk/>
            <pc:sldMk cId="338344138" sldId="261"/>
            <ac:spMk id="10" creationId="{74B1BE4C-D54A-C4AA-DD71-530A11FEEA85}"/>
          </ac:spMkLst>
        </pc:spChg>
        <pc:spChg chg="mod">
          <ac:chgData name="MAIRA PRADO LOUVISON" userId="8839b866-e697-4950-9109-a5ea167761b8" providerId="ADAL" clId="{5B9552C4-5674-4306-AB07-4A3167C658FE}" dt="2026-05-19T19:38:43.838" v="67" actId="1076"/>
          <ac:spMkLst>
            <pc:docMk/>
            <pc:sldMk cId="338344138" sldId="261"/>
            <ac:spMk id="11" creationId="{13990B70-80C6-7215-D9E2-6C2ECCFE9907}"/>
          </ac:spMkLst>
        </pc:spChg>
        <pc:spChg chg="del mod">
          <ac:chgData name="MAIRA PRADO LOUVISON" userId="8839b866-e697-4950-9109-a5ea167761b8" providerId="ADAL" clId="{5B9552C4-5674-4306-AB07-4A3167C658FE}" dt="2026-05-19T19:38:45.344" v="69" actId="478"/>
          <ac:spMkLst>
            <pc:docMk/>
            <pc:sldMk cId="338344138" sldId="261"/>
            <ac:spMk id="12" creationId="{AC278594-3454-D523-F41D-F870E1BE22FA}"/>
          </ac:spMkLst>
        </pc:spChg>
      </pc:sldChg>
      <pc:sldChg chg="addSp modSp new mod setBg">
        <pc:chgData name="MAIRA PRADO LOUVISON" userId="8839b866-e697-4950-9109-a5ea167761b8" providerId="ADAL" clId="{5B9552C4-5674-4306-AB07-4A3167C658FE}" dt="2026-05-19T20:10:02.457" v="534" actId="20577"/>
        <pc:sldMkLst>
          <pc:docMk/>
          <pc:sldMk cId="2169761927" sldId="262"/>
        </pc:sldMkLst>
        <pc:graphicFrameChg chg="add mod modGraphic">
          <ac:chgData name="MAIRA PRADO LOUVISON" userId="8839b866-e697-4950-9109-a5ea167761b8" providerId="ADAL" clId="{5B9552C4-5674-4306-AB07-4A3167C658FE}" dt="2026-05-19T20:10:02.457" v="534" actId="20577"/>
          <ac:graphicFrameMkLst>
            <pc:docMk/>
            <pc:sldMk cId="2169761927" sldId="262"/>
            <ac:graphicFrameMk id="2" creationId="{F5B7518A-EFFB-E27D-5DAC-F4E476651183}"/>
          </ac:graphicFrameMkLst>
        </pc:graphicFrameChg>
      </pc:sldChg>
      <pc:sldChg chg="addSp modSp new del mod">
        <pc:chgData name="MAIRA PRADO LOUVISON" userId="8839b866-e697-4950-9109-a5ea167761b8" providerId="ADAL" clId="{5B9552C4-5674-4306-AB07-4A3167C658FE}" dt="2026-05-19T20:06:44.661" v="371" actId="47"/>
        <pc:sldMkLst>
          <pc:docMk/>
          <pc:sldMk cId="4269523985" sldId="262"/>
        </pc:sldMkLst>
        <pc:graphicFrameChg chg="add mod modGraphic">
          <ac:chgData name="MAIRA PRADO LOUVISON" userId="8839b866-e697-4950-9109-a5ea167761b8" providerId="ADAL" clId="{5B9552C4-5674-4306-AB07-4A3167C658FE}" dt="2026-05-19T20:06:35.528" v="370" actId="20577"/>
          <ac:graphicFrameMkLst>
            <pc:docMk/>
            <pc:sldMk cId="4269523985" sldId="262"/>
            <ac:graphicFrameMk id="2" creationId="{11E97F96-F38E-9A27-9187-FE6067226C8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4E12A5-12C2-423E-956B-836313463A08}" type="doc">
      <dgm:prSet loTypeId="urn:microsoft.com/office/officeart/2024/layout/Vertical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EBF22CBE-F9FB-46D9-BA07-D6C99E848588}">
      <dgm:prSet phldrT="[Texto]" phldr="0"/>
      <dgm:spPr/>
      <dgm:t>
        <a:bodyPr/>
        <a:lstStyle/>
        <a:p>
          <a:r>
            <a:rPr lang="pt-BR" dirty="0"/>
            <a:t>DIA 1</a:t>
          </a:r>
        </a:p>
      </dgm:t>
    </dgm:pt>
    <dgm:pt modelId="{50FA4D46-3B8D-4C3D-89FB-11A66E5D6F9B}" type="parTrans" cxnId="{DF9A17C7-14DA-4D61-809E-DE7D6258D5AC}">
      <dgm:prSet/>
      <dgm:spPr/>
      <dgm:t>
        <a:bodyPr/>
        <a:lstStyle/>
        <a:p>
          <a:endParaRPr lang="pt-BR"/>
        </a:p>
      </dgm:t>
    </dgm:pt>
    <dgm:pt modelId="{B0C87D64-21F9-468A-91A5-280D9E38E011}" type="sibTrans" cxnId="{DF9A17C7-14DA-4D61-809E-DE7D6258D5AC}">
      <dgm:prSet/>
      <dgm:spPr/>
      <dgm:t>
        <a:bodyPr/>
        <a:lstStyle/>
        <a:p>
          <a:endParaRPr lang="pt-BR"/>
        </a:p>
      </dgm:t>
    </dgm:pt>
    <dgm:pt modelId="{769810D4-66D2-4A8E-B38B-DB990F6152FD}">
      <dgm:prSet phldrT="[Texto]" phldr="0"/>
      <dgm:spPr/>
      <dgm:t>
        <a:bodyPr/>
        <a:lstStyle/>
        <a:p>
          <a:r>
            <a:rPr lang="pt-BR" dirty="0"/>
            <a:t>Fundamentos do ágil, manifesto</a:t>
          </a:r>
        </a:p>
      </dgm:t>
    </dgm:pt>
    <dgm:pt modelId="{0F5EB98E-4F4C-4636-84F5-D32FDB5AB045}" type="parTrans" cxnId="{C5077A85-AF07-4987-BE20-FE17DE832234}">
      <dgm:prSet/>
      <dgm:spPr/>
      <dgm:t>
        <a:bodyPr/>
        <a:lstStyle/>
        <a:p>
          <a:endParaRPr lang="pt-BR"/>
        </a:p>
      </dgm:t>
    </dgm:pt>
    <dgm:pt modelId="{C6CCC738-CB79-44A5-9BB3-8B3B3050B07E}" type="sibTrans" cxnId="{C5077A85-AF07-4987-BE20-FE17DE832234}">
      <dgm:prSet/>
      <dgm:spPr/>
      <dgm:t>
        <a:bodyPr/>
        <a:lstStyle/>
        <a:p>
          <a:endParaRPr lang="pt-BR"/>
        </a:p>
      </dgm:t>
    </dgm:pt>
    <dgm:pt modelId="{D6CADEBE-E533-4852-8C69-891255DD0CE1}">
      <dgm:prSet phldrT="[Texto]" phldr="0"/>
      <dgm:spPr/>
      <dgm:t>
        <a:bodyPr/>
        <a:lstStyle/>
        <a:p>
          <a:r>
            <a:rPr lang="pt-BR" dirty="0"/>
            <a:t>DIA 2</a:t>
          </a:r>
        </a:p>
      </dgm:t>
    </dgm:pt>
    <dgm:pt modelId="{3C67F5D9-AC8B-4AC0-ADF9-5A08E7D514D3}" type="parTrans" cxnId="{E2977EF6-54E5-4FD1-AEAF-93DECD0220AB}">
      <dgm:prSet/>
      <dgm:spPr/>
      <dgm:t>
        <a:bodyPr/>
        <a:lstStyle/>
        <a:p>
          <a:endParaRPr lang="pt-BR"/>
        </a:p>
      </dgm:t>
    </dgm:pt>
    <dgm:pt modelId="{9C1309E0-76D0-49C0-BE68-DF264BE80A67}" type="sibTrans" cxnId="{E2977EF6-54E5-4FD1-AEAF-93DECD0220AB}">
      <dgm:prSet/>
      <dgm:spPr/>
      <dgm:t>
        <a:bodyPr/>
        <a:lstStyle/>
        <a:p>
          <a:endParaRPr lang="pt-BR"/>
        </a:p>
      </dgm:t>
    </dgm:pt>
    <dgm:pt modelId="{1CE98C05-5339-4661-B444-18E406CBD2FF}">
      <dgm:prSet phldrT="[Texto]" phldr="0"/>
      <dgm:spPr/>
      <dgm:t>
        <a:bodyPr/>
        <a:lstStyle/>
        <a:p>
          <a:r>
            <a:rPr lang="pt-BR" dirty="0"/>
            <a:t>Agilidade Organizacional</a:t>
          </a:r>
        </a:p>
      </dgm:t>
    </dgm:pt>
    <dgm:pt modelId="{84CF3612-D86D-4CA8-B89C-70EA77395B23}" type="parTrans" cxnId="{F1E852CA-DFD8-4A37-A4A0-D7E6678B1FCF}">
      <dgm:prSet/>
      <dgm:spPr/>
      <dgm:t>
        <a:bodyPr/>
        <a:lstStyle/>
        <a:p>
          <a:endParaRPr lang="pt-BR"/>
        </a:p>
      </dgm:t>
    </dgm:pt>
    <dgm:pt modelId="{FEC4E46E-242D-4F2F-9C9B-FE1AA8BBDB6C}" type="sibTrans" cxnId="{F1E852CA-DFD8-4A37-A4A0-D7E6678B1FCF}">
      <dgm:prSet/>
      <dgm:spPr/>
      <dgm:t>
        <a:bodyPr/>
        <a:lstStyle/>
        <a:p>
          <a:endParaRPr lang="pt-BR"/>
        </a:p>
      </dgm:t>
    </dgm:pt>
    <dgm:pt modelId="{CBA04690-C1CD-4A07-B016-7EFCCAAB945D}">
      <dgm:prSet phldrT="[Texto]" phldr="0"/>
      <dgm:spPr/>
      <dgm:t>
        <a:bodyPr/>
        <a:lstStyle/>
        <a:p>
          <a:r>
            <a:rPr lang="pt-BR" dirty="0"/>
            <a:t>DIA 3</a:t>
          </a:r>
        </a:p>
      </dgm:t>
    </dgm:pt>
    <dgm:pt modelId="{5FBBA2B5-8A32-447B-B05F-AE8266F88F30}" type="parTrans" cxnId="{FAD8BF52-1C3E-4AC4-A1F9-C736D9282DD8}">
      <dgm:prSet/>
      <dgm:spPr/>
      <dgm:t>
        <a:bodyPr/>
        <a:lstStyle/>
        <a:p>
          <a:endParaRPr lang="pt-BR"/>
        </a:p>
      </dgm:t>
    </dgm:pt>
    <dgm:pt modelId="{CA4F2CF5-219C-4D23-AA73-56A8567AB719}" type="sibTrans" cxnId="{FAD8BF52-1C3E-4AC4-A1F9-C736D9282DD8}">
      <dgm:prSet/>
      <dgm:spPr/>
      <dgm:t>
        <a:bodyPr/>
        <a:lstStyle/>
        <a:p>
          <a:endParaRPr lang="pt-BR"/>
        </a:p>
      </dgm:t>
    </dgm:pt>
    <dgm:pt modelId="{F4CBC987-5508-4CA1-9056-4E0D2AD9617A}">
      <dgm:prSet phldrT="[Texto]" phldr="0"/>
      <dgm:spPr/>
      <dgm:t>
        <a:bodyPr/>
        <a:lstStyle/>
        <a:p>
          <a:r>
            <a:rPr lang="pt-BR" dirty="0"/>
            <a:t>Métricas e governança</a:t>
          </a:r>
        </a:p>
      </dgm:t>
    </dgm:pt>
    <dgm:pt modelId="{412F6C98-CBC3-4E50-9FB9-9D5CA355B4A2}" type="parTrans" cxnId="{74FAD90D-88CD-4E90-8A81-EEC1B6860059}">
      <dgm:prSet/>
      <dgm:spPr/>
      <dgm:t>
        <a:bodyPr/>
        <a:lstStyle/>
        <a:p>
          <a:endParaRPr lang="pt-BR"/>
        </a:p>
      </dgm:t>
    </dgm:pt>
    <dgm:pt modelId="{7EE20C8B-B368-43EC-9F83-F8BF3274ADC9}" type="sibTrans" cxnId="{74FAD90D-88CD-4E90-8A81-EEC1B6860059}">
      <dgm:prSet/>
      <dgm:spPr/>
      <dgm:t>
        <a:bodyPr/>
        <a:lstStyle/>
        <a:p>
          <a:endParaRPr lang="pt-BR"/>
        </a:p>
      </dgm:t>
    </dgm:pt>
    <dgm:pt modelId="{FCF9BDE8-96A4-481D-AB94-2E616615AEFF}">
      <dgm:prSet phldrT="[Texto]" phldr="0"/>
      <dgm:spPr/>
      <dgm:t>
        <a:bodyPr/>
        <a:lstStyle/>
        <a:p>
          <a:r>
            <a:rPr lang="pt-BR" dirty="0"/>
            <a:t>DIA 4</a:t>
          </a:r>
        </a:p>
      </dgm:t>
    </dgm:pt>
    <dgm:pt modelId="{03CFA2C8-688B-4959-9A7D-C68D19345D9E}" type="parTrans" cxnId="{3D93C380-07BC-47DF-951D-BB74EBCFA7D0}">
      <dgm:prSet/>
      <dgm:spPr/>
      <dgm:t>
        <a:bodyPr/>
        <a:lstStyle/>
        <a:p>
          <a:endParaRPr lang="pt-BR"/>
        </a:p>
      </dgm:t>
    </dgm:pt>
    <dgm:pt modelId="{7FDE6E20-CFE0-43B5-B674-040B4995B49B}" type="sibTrans" cxnId="{3D93C380-07BC-47DF-951D-BB74EBCFA7D0}">
      <dgm:prSet/>
      <dgm:spPr/>
      <dgm:t>
        <a:bodyPr/>
        <a:lstStyle/>
        <a:p>
          <a:endParaRPr lang="pt-BR"/>
        </a:p>
      </dgm:t>
    </dgm:pt>
    <dgm:pt modelId="{9D732CA9-8CD4-4426-A646-C8A3FEA8DD33}">
      <dgm:prSet phldrT="[Texto]" phldr="0"/>
      <dgm:spPr/>
      <dgm:t>
        <a:bodyPr/>
        <a:lstStyle/>
        <a:p>
          <a:r>
            <a:rPr lang="pt-BR" dirty="0"/>
            <a:t>Liderança e transformação</a:t>
          </a:r>
        </a:p>
      </dgm:t>
    </dgm:pt>
    <dgm:pt modelId="{2A67AE39-294C-4515-B710-E48A5423B8BC}" type="parTrans" cxnId="{119706FC-7ACC-4265-90CF-FB5DFDFB793A}">
      <dgm:prSet/>
      <dgm:spPr/>
      <dgm:t>
        <a:bodyPr/>
        <a:lstStyle/>
        <a:p>
          <a:endParaRPr lang="pt-BR"/>
        </a:p>
      </dgm:t>
    </dgm:pt>
    <dgm:pt modelId="{C29D6A2D-8FB0-44F5-BF3C-538D2536CBF7}" type="sibTrans" cxnId="{119706FC-7ACC-4265-90CF-FB5DFDFB793A}">
      <dgm:prSet/>
      <dgm:spPr/>
      <dgm:t>
        <a:bodyPr/>
        <a:lstStyle/>
        <a:p>
          <a:endParaRPr lang="pt-BR"/>
        </a:p>
      </dgm:t>
    </dgm:pt>
    <dgm:pt modelId="{4F6DD1AC-F6B7-4717-B888-E84288A8511E}">
      <dgm:prSet phldrT="[Texto]" phldr="0"/>
      <dgm:spPr/>
      <dgm:t>
        <a:bodyPr/>
        <a:lstStyle/>
        <a:p>
          <a:r>
            <a:rPr lang="pt-BR" dirty="0"/>
            <a:t>Dia 5</a:t>
          </a:r>
        </a:p>
      </dgm:t>
    </dgm:pt>
    <dgm:pt modelId="{B9E2F340-7A21-4F3E-98FB-2D46489D2558}" type="parTrans" cxnId="{181BABDB-CFBF-4194-93D9-84BF4D3475C0}">
      <dgm:prSet/>
      <dgm:spPr/>
      <dgm:t>
        <a:bodyPr/>
        <a:lstStyle/>
        <a:p>
          <a:endParaRPr lang="pt-BR"/>
        </a:p>
      </dgm:t>
    </dgm:pt>
    <dgm:pt modelId="{6CBACEF1-04B7-4FCD-B49D-1EB9A28BE158}" type="sibTrans" cxnId="{181BABDB-CFBF-4194-93D9-84BF4D3475C0}">
      <dgm:prSet/>
      <dgm:spPr/>
      <dgm:t>
        <a:bodyPr/>
        <a:lstStyle/>
        <a:p>
          <a:endParaRPr lang="pt-BR"/>
        </a:p>
      </dgm:t>
    </dgm:pt>
    <dgm:pt modelId="{A70A9EC6-139F-4E47-BD2B-EA5F081F3AE6}">
      <dgm:prSet phldrT="[Texto]" phldr="0"/>
      <dgm:spPr/>
      <dgm:t>
        <a:bodyPr/>
        <a:lstStyle/>
        <a:p>
          <a:r>
            <a:rPr lang="pt-BR" dirty="0"/>
            <a:t>Melhoria Contínua</a:t>
          </a:r>
        </a:p>
      </dgm:t>
    </dgm:pt>
    <dgm:pt modelId="{DDDCB866-A167-4F17-88FD-E44CCEB52AB0}" type="parTrans" cxnId="{E15BA688-CCC6-48F6-AF5A-9AEEF20696FE}">
      <dgm:prSet/>
      <dgm:spPr/>
      <dgm:t>
        <a:bodyPr/>
        <a:lstStyle/>
        <a:p>
          <a:endParaRPr lang="pt-BR"/>
        </a:p>
      </dgm:t>
    </dgm:pt>
    <dgm:pt modelId="{87B6AF59-0974-4FB7-8068-BF56A84A7D88}" type="sibTrans" cxnId="{E15BA688-CCC6-48F6-AF5A-9AEEF20696FE}">
      <dgm:prSet/>
      <dgm:spPr/>
      <dgm:t>
        <a:bodyPr/>
        <a:lstStyle/>
        <a:p>
          <a:endParaRPr lang="pt-BR"/>
        </a:p>
      </dgm:t>
    </dgm:pt>
    <dgm:pt modelId="{CC4ADA93-F0DC-4FB8-91E9-85834B28871A}" type="pres">
      <dgm:prSet presAssocID="{DC4E12A5-12C2-423E-956B-836313463A08}" presName="Name0" presStyleCnt="0">
        <dgm:presLayoutVars>
          <dgm:dir/>
          <dgm:animLvl val="lvl"/>
          <dgm:resizeHandles val="exact"/>
        </dgm:presLayoutVars>
      </dgm:prSet>
      <dgm:spPr/>
    </dgm:pt>
    <dgm:pt modelId="{CB459084-25DD-440F-938A-910101258C44}" type="pres">
      <dgm:prSet presAssocID="{EBF22CBE-F9FB-46D9-BA07-D6C99E848588}" presName="linNode" presStyleCnt="0"/>
      <dgm:spPr/>
    </dgm:pt>
    <dgm:pt modelId="{84778DC6-3969-4B3D-AF4F-8B6DB4797FB7}" type="pres">
      <dgm:prSet presAssocID="{EBF22CBE-F9FB-46D9-BA07-D6C99E848588}" presName="bgOutline" presStyleLbl="fgAcc1" presStyleIdx="0" presStyleCnt="5"/>
      <dgm:spPr/>
    </dgm:pt>
    <dgm:pt modelId="{141BA60A-B962-4390-B6CF-3CAAA7830F38}" type="pres">
      <dgm:prSet presAssocID="{EBF22CBE-F9FB-46D9-BA07-D6C99E848588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209C7AF7-63F3-4FAA-8CE5-38A7C76EA3AB}" type="pres">
      <dgm:prSet presAssocID="{EBF22CBE-F9FB-46D9-BA07-D6C99E848588}" presName="descendantText" presStyleLbl="revTx" presStyleIdx="0" presStyleCnt="0">
        <dgm:presLayoutVars>
          <dgm:bulletEnabled/>
        </dgm:presLayoutVars>
      </dgm:prSet>
      <dgm:spPr/>
    </dgm:pt>
    <dgm:pt modelId="{22ACB3B7-DB09-4E0E-89E0-DDCD74A1BDE9}" type="pres">
      <dgm:prSet presAssocID="{B0C87D64-21F9-468A-91A5-280D9E38E011}" presName="sp" presStyleCnt="0"/>
      <dgm:spPr/>
    </dgm:pt>
    <dgm:pt modelId="{F07FD98C-5D39-4738-88F8-22BC4FAF91A2}" type="pres">
      <dgm:prSet presAssocID="{D6CADEBE-E533-4852-8C69-891255DD0CE1}" presName="linNode" presStyleCnt="0"/>
      <dgm:spPr/>
    </dgm:pt>
    <dgm:pt modelId="{8677ED9D-51DE-4F83-8441-5C391D613C40}" type="pres">
      <dgm:prSet presAssocID="{D6CADEBE-E533-4852-8C69-891255DD0CE1}" presName="bgOutline" presStyleLbl="fgAcc1" presStyleIdx="1" presStyleCnt="5"/>
      <dgm:spPr/>
    </dgm:pt>
    <dgm:pt modelId="{345AB791-DA38-499D-892A-FED8C5430809}" type="pres">
      <dgm:prSet presAssocID="{D6CADEBE-E533-4852-8C69-891255DD0CE1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8E43B014-064C-4D2C-B0FD-522FDE756303}" type="pres">
      <dgm:prSet presAssocID="{D6CADEBE-E533-4852-8C69-891255DD0CE1}" presName="descendantText" presStyleLbl="revTx" presStyleIdx="0" presStyleCnt="0">
        <dgm:presLayoutVars>
          <dgm:bulletEnabled/>
        </dgm:presLayoutVars>
      </dgm:prSet>
      <dgm:spPr/>
    </dgm:pt>
    <dgm:pt modelId="{45744556-22E4-4500-ADD2-2A6F8CA53EF0}" type="pres">
      <dgm:prSet presAssocID="{9C1309E0-76D0-49C0-BE68-DF264BE80A67}" presName="sp" presStyleCnt="0"/>
      <dgm:spPr/>
    </dgm:pt>
    <dgm:pt modelId="{60AA0D73-B513-4E41-915B-7D202A4A6858}" type="pres">
      <dgm:prSet presAssocID="{CBA04690-C1CD-4A07-B016-7EFCCAAB945D}" presName="linNode" presStyleCnt="0"/>
      <dgm:spPr/>
    </dgm:pt>
    <dgm:pt modelId="{BBB48FCC-3063-491B-A93C-B4B627D5F092}" type="pres">
      <dgm:prSet presAssocID="{CBA04690-C1CD-4A07-B016-7EFCCAAB945D}" presName="bgOutline" presStyleLbl="fgAcc1" presStyleIdx="2" presStyleCnt="5"/>
      <dgm:spPr/>
    </dgm:pt>
    <dgm:pt modelId="{ECB85E04-E7FF-4D9A-A1B1-9B12F56439AB}" type="pres">
      <dgm:prSet presAssocID="{CBA04690-C1CD-4A07-B016-7EFCCAAB945D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E1623D32-B256-4FB8-95F0-21F8C80E03EC}" type="pres">
      <dgm:prSet presAssocID="{CBA04690-C1CD-4A07-B016-7EFCCAAB945D}" presName="descendantText" presStyleLbl="revTx" presStyleIdx="0" presStyleCnt="0">
        <dgm:presLayoutVars>
          <dgm:bulletEnabled/>
        </dgm:presLayoutVars>
      </dgm:prSet>
      <dgm:spPr/>
    </dgm:pt>
    <dgm:pt modelId="{78D5BD0B-CF7E-4F43-BEB2-F140265F7F96}" type="pres">
      <dgm:prSet presAssocID="{CA4F2CF5-219C-4D23-AA73-56A8567AB719}" presName="sp" presStyleCnt="0"/>
      <dgm:spPr/>
    </dgm:pt>
    <dgm:pt modelId="{4F5FD044-4205-4D6E-9818-EDAE4E763CC4}" type="pres">
      <dgm:prSet presAssocID="{FCF9BDE8-96A4-481D-AB94-2E616615AEFF}" presName="linNode" presStyleCnt="0"/>
      <dgm:spPr/>
    </dgm:pt>
    <dgm:pt modelId="{3DDDFD90-1A9A-423F-B710-59CFB77CDE08}" type="pres">
      <dgm:prSet presAssocID="{FCF9BDE8-96A4-481D-AB94-2E616615AEFF}" presName="bgOutline" presStyleLbl="fgAcc1" presStyleIdx="3" presStyleCnt="5"/>
      <dgm:spPr/>
    </dgm:pt>
    <dgm:pt modelId="{44ECA61D-0C2F-4697-920F-BDC5C2B7F25D}" type="pres">
      <dgm:prSet presAssocID="{FCF9BDE8-96A4-481D-AB94-2E616615AEFF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C131F1FD-632C-4487-9D46-7839FD9F5140}" type="pres">
      <dgm:prSet presAssocID="{FCF9BDE8-96A4-481D-AB94-2E616615AEFF}" presName="descendantText" presStyleLbl="revTx" presStyleIdx="0" presStyleCnt="0">
        <dgm:presLayoutVars>
          <dgm:bulletEnabled/>
        </dgm:presLayoutVars>
      </dgm:prSet>
      <dgm:spPr/>
    </dgm:pt>
    <dgm:pt modelId="{E71FB494-183E-48B6-AFD2-C782AD6C571E}" type="pres">
      <dgm:prSet presAssocID="{7FDE6E20-CFE0-43B5-B674-040B4995B49B}" presName="sp" presStyleCnt="0"/>
      <dgm:spPr/>
    </dgm:pt>
    <dgm:pt modelId="{E4E74211-D42D-4BD7-A461-16FFD7923E08}" type="pres">
      <dgm:prSet presAssocID="{4F6DD1AC-F6B7-4717-B888-E84288A8511E}" presName="linNode" presStyleCnt="0"/>
      <dgm:spPr/>
    </dgm:pt>
    <dgm:pt modelId="{86A28B75-8982-47A1-9D9C-7C8E95A6EE8C}" type="pres">
      <dgm:prSet presAssocID="{4F6DD1AC-F6B7-4717-B888-E84288A8511E}" presName="bgOutline" presStyleLbl="fgAcc1" presStyleIdx="4" presStyleCnt="5"/>
      <dgm:spPr/>
    </dgm:pt>
    <dgm:pt modelId="{16B741E1-EC52-4B0C-AF3F-603A1814A610}" type="pres">
      <dgm:prSet presAssocID="{4F6DD1AC-F6B7-4717-B888-E84288A8511E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B54134A2-9CE5-4635-A459-0EAC42237CE4}" type="pres">
      <dgm:prSet presAssocID="{4F6DD1AC-F6B7-4717-B888-E84288A8511E}" presName="descendantText" presStyleLbl="revTx" presStyleIdx="0" presStyleCnt="0">
        <dgm:presLayoutVars>
          <dgm:bulletEnabled/>
        </dgm:presLayoutVars>
      </dgm:prSet>
      <dgm:spPr/>
    </dgm:pt>
  </dgm:ptLst>
  <dgm:cxnLst>
    <dgm:cxn modelId="{DBBC8F03-EFFB-4B95-9AB0-4E4A55F8AA50}" type="presOf" srcId="{CBA04690-C1CD-4A07-B016-7EFCCAAB945D}" destId="{ECB85E04-E7FF-4D9A-A1B1-9B12F56439AB}" srcOrd="1" destOrd="0" presId="urn:microsoft.com/office/officeart/2024/layout/VerticalActionList"/>
    <dgm:cxn modelId="{C3315704-3F14-4FFA-9708-156F30453DCD}" type="presOf" srcId="{A70A9EC6-139F-4E47-BD2B-EA5F081F3AE6}" destId="{B54134A2-9CE5-4635-A459-0EAC42237CE4}" srcOrd="0" destOrd="0" presId="urn:microsoft.com/office/officeart/2024/layout/VerticalActionList"/>
    <dgm:cxn modelId="{AF6E0507-142E-493D-9120-0BD727A60726}" type="presOf" srcId="{EBF22CBE-F9FB-46D9-BA07-D6C99E848588}" destId="{141BA60A-B962-4390-B6CF-3CAAA7830F38}" srcOrd="1" destOrd="0" presId="urn:microsoft.com/office/officeart/2024/layout/VerticalActionList"/>
    <dgm:cxn modelId="{74FAD90D-88CD-4E90-8A81-EEC1B6860059}" srcId="{CBA04690-C1CD-4A07-B016-7EFCCAAB945D}" destId="{F4CBC987-5508-4CA1-9056-4E0D2AD9617A}" srcOrd="0" destOrd="0" parTransId="{412F6C98-CBC3-4E50-9FB9-9D5CA355B4A2}" sibTransId="{7EE20C8B-B368-43EC-9F83-F8BF3274ADC9}"/>
    <dgm:cxn modelId="{9761040E-045E-440A-932B-BE39CEA5E45C}" type="presOf" srcId="{DC4E12A5-12C2-423E-956B-836313463A08}" destId="{CC4ADA93-F0DC-4FB8-91E9-85834B28871A}" srcOrd="0" destOrd="0" presId="urn:microsoft.com/office/officeart/2024/layout/VerticalActionList"/>
    <dgm:cxn modelId="{B255FF1E-30C8-40D3-AF4B-447DA1474148}" type="presOf" srcId="{F4CBC987-5508-4CA1-9056-4E0D2AD9617A}" destId="{E1623D32-B256-4FB8-95F0-21F8C80E03EC}" srcOrd="0" destOrd="0" presId="urn:microsoft.com/office/officeart/2024/layout/VerticalActionList"/>
    <dgm:cxn modelId="{0CA92362-00AE-4744-B8D3-01BB3B328509}" type="presOf" srcId="{FCF9BDE8-96A4-481D-AB94-2E616615AEFF}" destId="{3DDDFD90-1A9A-423F-B710-59CFB77CDE08}" srcOrd="0" destOrd="0" presId="urn:microsoft.com/office/officeart/2024/layout/VerticalActionList"/>
    <dgm:cxn modelId="{8C6CAF48-14DE-44D2-BDC2-06A11C2DC003}" type="presOf" srcId="{D6CADEBE-E533-4852-8C69-891255DD0CE1}" destId="{8677ED9D-51DE-4F83-8441-5C391D613C40}" srcOrd="0" destOrd="0" presId="urn:microsoft.com/office/officeart/2024/layout/VerticalActionList"/>
    <dgm:cxn modelId="{FAD8BF52-1C3E-4AC4-A1F9-C736D9282DD8}" srcId="{DC4E12A5-12C2-423E-956B-836313463A08}" destId="{CBA04690-C1CD-4A07-B016-7EFCCAAB945D}" srcOrd="2" destOrd="0" parTransId="{5FBBA2B5-8A32-447B-B05F-AE8266F88F30}" sibTransId="{CA4F2CF5-219C-4D23-AA73-56A8567AB719}"/>
    <dgm:cxn modelId="{FA03AE56-2BD9-4579-8F22-97201EC7C7D0}" type="presOf" srcId="{FCF9BDE8-96A4-481D-AB94-2E616615AEFF}" destId="{44ECA61D-0C2F-4697-920F-BDC5C2B7F25D}" srcOrd="1" destOrd="0" presId="urn:microsoft.com/office/officeart/2024/layout/VerticalActionList"/>
    <dgm:cxn modelId="{3D93C380-07BC-47DF-951D-BB74EBCFA7D0}" srcId="{DC4E12A5-12C2-423E-956B-836313463A08}" destId="{FCF9BDE8-96A4-481D-AB94-2E616615AEFF}" srcOrd="3" destOrd="0" parTransId="{03CFA2C8-688B-4959-9A7D-C68D19345D9E}" sibTransId="{7FDE6E20-CFE0-43B5-B674-040B4995B49B}"/>
    <dgm:cxn modelId="{C5077A85-AF07-4987-BE20-FE17DE832234}" srcId="{EBF22CBE-F9FB-46D9-BA07-D6C99E848588}" destId="{769810D4-66D2-4A8E-B38B-DB990F6152FD}" srcOrd="0" destOrd="0" parTransId="{0F5EB98E-4F4C-4636-84F5-D32FDB5AB045}" sibTransId="{C6CCC738-CB79-44A5-9BB3-8B3B3050B07E}"/>
    <dgm:cxn modelId="{E15BA688-CCC6-48F6-AF5A-9AEEF20696FE}" srcId="{4F6DD1AC-F6B7-4717-B888-E84288A8511E}" destId="{A70A9EC6-139F-4E47-BD2B-EA5F081F3AE6}" srcOrd="0" destOrd="0" parTransId="{DDDCB866-A167-4F17-88FD-E44CCEB52AB0}" sibTransId="{87B6AF59-0974-4FB7-8068-BF56A84A7D88}"/>
    <dgm:cxn modelId="{D23BC48C-6B56-4ABA-87DE-4D9C4E7C4FDD}" type="presOf" srcId="{4F6DD1AC-F6B7-4717-B888-E84288A8511E}" destId="{16B741E1-EC52-4B0C-AF3F-603A1814A610}" srcOrd="1" destOrd="0" presId="urn:microsoft.com/office/officeart/2024/layout/VerticalActionList"/>
    <dgm:cxn modelId="{DBD777B2-5847-4813-94EA-981716D46EE1}" type="presOf" srcId="{4F6DD1AC-F6B7-4717-B888-E84288A8511E}" destId="{86A28B75-8982-47A1-9D9C-7C8E95A6EE8C}" srcOrd="0" destOrd="0" presId="urn:microsoft.com/office/officeart/2024/layout/VerticalActionList"/>
    <dgm:cxn modelId="{D39E96BA-2109-4B5B-B2D3-7934CB581606}" type="presOf" srcId="{D6CADEBE-E533-4852-8C69-891255DD0CE1}" destId="{345AB791-DA38-499D-892A-FED8C5430809}" srcOrd="1" destOrd="0" presId="urn:microsoft.com/office/officeart/2024/layout/VerticalActionList"/>
    <dgm:cxn modelId="{8655CBBA-CE77-414C-B342-5B3DE3529DF7}" type="presOf" srcId="{CBA04690-C1CD-4A07-B016-7EFCCAAB945D}" destId="{BBB48FCC-3063-491B-A93C-B4B627D5F092}" srcOrd="0" destOrd="0" presId="urn:microsoft.com/office/officeart/2024/layout/VerticalActionList"/>
    <dgm:cxn modelId="{DA40B5BE-BE13-48AD-90D0-A9EC5B132C08}" type="presOf" srcId="{EBF22CBE-F9FB-46D9-BA07-D6C99E848588}" destId="{84778DC6-3969-4B3D-AF4F-8B6DB4797FB7}" srcOrd="0" destOrd="0" presId="urn:microsoft.com/office/officeart/2024/layout/VerticalActionList"/>
    <dgm:cxn modelId="{DF9A17C7-14DA-4D61-809E-DE7D6258D5AC}" srcId="{DC4E12A5-12C2-423E-956B-836313463A08}" destId="{EBF22CBE-F9FB-46D9-BA07-D6C99E848588}" srcOrd="0" destOrd="0" parTransId="{50FA4D46-3B8D-4C3D-89FB-11A66E5D6F9B}" sibTransId="{B0C87D64-21F9-468A-91A5-280D9E38E011}"/>
    <dgm:cxn modelId="{F1E852CA-DFD8-4A37-A4A0-D7E6678B1FCF}" srcId="{D6CADEBE-E533-4852-8C69-891255DD0CE1}" destId="{1CE98C05-5339-4661-B444-18E406CBD2FF}" srcOrd="0" destOrd="0" parTransId="{84CF3612-D86D-4CA8-B89C-70EA77395B23}" sibTransId="{FEC4E46E-242D-4F2F-9C9B-FE1AA8BBDB6C}"/>
    <dgm:cxn modelId="{9C5245D8-8E68-4A5F-98D8-759C8D22C820}" type="presOf" srcId="{9D732CA9-8CD4-4426-A646-C8A3FEA8DD33}" destId="{C131F1FD-632C-4487-9D46-7839FD9F5140}" srcOrd="0" destOrd="0" presId="urn:microsoft.com/office/officeart/2024/layout/VerticalActionList"/>
    <dgm:cxn modelId="{181BABDB-CFBF-4194-93D9-84BF4D3475C0}" srcId="{DC4E12A5-12C2-423E-956B-836313463A08}" destId="{4F6DD1AC-F6B7-4717-B888-E84288A8511E}" srcOrd="4" destOrd="0" parTransId="{B9E2F340-7A21-4F3E-98FB-2D46489D2558}" sibTransId="{6CBACEF1-04B7-4FCD-B49D-1EB9A28BE158}"/>
    <dgm:cxn modelId="{E2977EF6-54E5-4FD1-AEAF-93DECD0220AB}" srcId="{DC4E12A5-12C2-423E-956B-836313463A08}" destId="{D6CADEBE-E533-4852-8C69-891255DD0CE1}" srcOrd="1" destOrd="0" parTransId="{3C67F5D9-AC8B-4AC0-ADF9-5A08E7D514D3}" sibTransId="{9C1309E0-76D0-49C0-BE68-DF264BE80A67}"/>
    <dgm:cxn modelId="{CA93FBF8-B290-4455-8553-BDFB710C98B0}" type="presOf" srcId="{769810D4-66D2-4A8E-B38B-DB990F6152FD}" destId="{209C7AF7-63F3-4FAA-8CE5-38A7C76EA3AB}" srcOrd="0" destOrd="0" presId="urn:microsoft.com/office/officeart/2024/layout/VerticalActionList"/>
    <dgm:cxn modelId="{1B29BAFB-8DC4-49FC-B2B6-E08B5DD6BBE4}" type="presOf" srcId="{1CE98C05-5339-4661-B444-18E406CBD2FF}" destId="{8E43B014-064C-4D2C-B0FD-522FDE756303}" srcOrd="0" destOrd="0" presId="urn:microsoft.com/office/officeart/2024/layout/VerticalActionList"/>
    <dgm:cxn modelId="{119706FC-7ACC-4265-90CF-FB5DFDFB793A}" srcId="{FCF9BDE8-96A4-481D-AB94-2E616615AEFF}" destId="{9D732CA9-8CD4-4426-A646-C8A3FEA8DD33}" srcOrd="0" destOrd="0" parTransId="{2A67AE39-294C-4515-B710-E48A5423B8BC}" sibTransId="{C29D6A2D-8FB0-44F5-BF3C-538D2536CBF7}"/>
    <dgm:cxn modelId="{7843DF5D-C2EB-4B9A-9591-023ABC0EF115}" type="presParOf" srcId="{CC4ADA93-F0DC-4FB8-91E9-85834B28871A}" destId="{CB459084-25DD-440F-938A-910101258C44}" srcOrd="0" destOrd="0" presId="urn:microsoft.com/office/officeart/2024/layout/VerticalActionList"/>
    <dgm:cxn modelId="{F195DA83-9BEF-4A27-B5F4-62C8AFA82684}" type="presParOf" srcId="{CB459084-25DD-440F-938A-910101258C44}" destId="{84778DC6-3969-4B3D-AF4F-8B6DB4797FB7}" srcOrd="0" destOrd="0" presId="urn:microsoft.com/office/officeart/2024/layout/VerticalActionList"/>
    <dgm:cxn modelId="{48655D25-C346-46CB-B029-25F64E527ED4}" type="presParOf" srcId="{CB459084-25DD-440F-938A-910101258C44}" destId="{141BA60A-B962-4390-B6CF-3CAAA7830F38}" srcOrd="1" destOrd="0" presId="urn:microsoft.com/office/officeart/2024/layout/VerticalActionList"/>
    <dgm:cxn modelId="{7BAE8365-2F6C-4CE3-BBC4-92265EEB7732}" type="presParOf" srcId="{CB459084-25DD-440F-938A-910101258C44}" destId="{209C7AF7-63F3-4FAA-8CE5-38A7C76EA3AB}" srcOrd="2" destOrd="0" presId="urn:microsoft.com/office/officeart/2024/layout/VerticalActionList"/>
    <dgm:cxn modelId="{36F849A8-97D5-4397-9860-A6FB726A7F6A}" type="presParOf" srcId="{CC4ADA93-F0DC-4FB8-91E9-85834B28871A}" destId="{22ACB3B7-DB09-4E0E-89E0-DDCD74A1BDE9}" srcOrd="1" destOrd="0" presId="urn:microsoft.com/office/officeart/2024/layout/VerticalActionList"/>
    <dgm:cxn modelId="{F846C0B1-DD84-44FF-B8E0-305C14729CD0}" type="presParOf" srcId="{CC4ADA93-F0DC-4FB8-91E9-85834B28871A}" destId="{F07FD98C-5D39-4738-88F8-22BC4FAF91A2}" srcOrd="2" destOrd="0" presId="urn:microsoft.com/office/officeart/2024/layout/VerticalActionList"/>
    <dgm:cxn modelId="{640223C6-5674-4AB5-96FD-76A875C5382D}" type="presParOf" srcId="{F07FD98C-5D39-4738-88F8-22BC4FAF91A2}" destId="{8677ED9D-51DE-4F83-8441-5C391D613C40}" srcOrd="0" destOrd="0" presId="urn:microsoft.com/office/officeart/2024/layout/VerticalActionList"/>
    <dgm:cxn modelId="{80E784DA-EA5C-4DE1-8374-CDD1B4F74395}" type="presParOf" srcId="{F07FD98C-5D39-4738-88F8-22BC4FAF91A2}" destId="{345AB791-DA38-499D-892A-FED8C5430809}" srcOrd="1" destOrd="0" presId="urn:microsoft.com/office/officeart/2024/layout/VerticalActionList"/>
    <dgm:cxn modelId="{644FB64C-601F-4981-94C6-B7BC04C68FF8}" type="presParOf" srcId="{F07FD98C-5D39-4738-88F8-22BC4FAF91A2}" destId="{8E43B014-064C-4D2C-B0FD-522FDE756303}" srcOrd="2" destOrd="0" presId="urn:microsoft.com/office/officeart/2024/layout/VerticalActionList"/>
    <dgm:cxn modelId="{0B0DDB96-82F1-403A-B3C3-0C96487AEDEA}" type="presParOf" srcId="{CC4ADA93-F0DC-4FB8-91E9-85834B28871A}" destId="{45744556-22E4-4500-ADD2-2A6F8CA53EF0}" srcOrd="3" destOrd="0" presId="urn:microsoft.com/office/officeart/2024/layout/VerticalActionList"/>
    <dgm:cxn modelId="{771786C2-C4A4-429A-9E51-244BBECD7843}" type="presParOf" srcId="{CC4ADA93-F0DC-4FB8-91E9-85834B28871A}" destId="{60AA0D73-B513-4E41-915B-7D202A4A6858}" srcOrd="4" destOrd="0" presId="urn:microsoft.com/office/officeart/2024/layout/VerticalActionList"/>
    <dgm:cxn modelId="{2AB0B56C-839C-4937-83F3-0BFD1C1F189A}" type="presParOf" srcId="{60AA0D73-B513-4E41-915B-7D202A4A6858}" destId="{BBB48FCC-3063-491B-A93C-B4B627D5F092}" srcOrd="0" destOrd="0" presId="urn:microsoft.com/office/officeart/2024/layout/VerticalActionList"/>
    <dgm:cxn modelId="{A07C7759-DBBC-47DE-9147-4E388431958B}" type="presParOf" srcId="{60AA0D73-B513-4E41-915B-7D202A4A6858}" destId="{ECB85E04-E7FF-4D9A-A1B1-9B12F56439AB}" srcOrd="1" destOrd="0" presId="urn:microsoft.com/office/officeart/2024/layout/VerticalActionList"/>
    <dgm:cxn modelId="{39D672E6-4718-4DD7-A427-FCEF644A03C7}" type="presParOf" srcId="{60AA0D73-B513-4E41-915B-7D202A4A6858}" destId="{E1623D32-B256-4FB8-95F0-21F8C80E03EC}" srcOrd="2" destOrd="0" presId="urn:microsoft.com/office/officeart/2024/layout/VerticalActionList"/>
    <dgm:cxn modelId="{CCC0810A-F03F-40C7-AE0A-C4174DCC86DB}" type="presParOf" srcId="{CC4ADA93-F0DC-4FB8-91E9-85834B28871A}" destId="{78D5BD0B-CF7E-4F43-BEB2-F140265F7F96}" srcOrd="5" destOrd="0" presId="urn:microsoft.com/office/officeart/2024/layout/VerticalActionList"/>
    <dgm:cxn modelId="{A03671B3-9FE4-4377-887B-6F055B18E24B}" type="presParOf" srcId="{CC4ADA93-F0DC-4FB8-91E9-85834B28871A}" destId="{4F5FD044-4205-4D6E-9818-EDAE4E763CC4}" srcOrd="6" destOrd="0" presId="urn:microsoft.com/office/officeart/2024/layout/VerticalActionList"/>
    <dgm:cxn modelId="{9E41E60A-9A64-44B6-B4DF-41C028F4177B}" type="presParOf" srcId="{4F5FD044-4205-4D6E-9818-EDAE4E763CC4}" destId="{3DDDFD90-1A9A-423F-B710-59CFB77CDE08}" srcOrd="0" destOrd="0" presId="urn:microsoft.com/office/officeart/2024/layout/VerticalActionList"/>
    <dgm:cxn modelId="{2BA27196-6576-48BB-A1FA-74D00F241120}" type="presParOf" srcId="{4F5FD044-4205-4D6E-9818-EDAE4E763CC4}" destId="{44ECA61D-0C2F-4697-920F-BDC5C2B7F25D}" srcOrd="1" destOrd="0" presId="urn:microsoft.com/office/officeart/2024/layout/VerticalActionList"/>
    <dgm:cxn modelId="{480EB859-F272-4762-85E6-45D116FEA794}" type="presParOf" srcId="{4F5FD044-4205-4D6E-9818-EDAE4E763CC4}" destId="{C131F1FD-632C-4487-9D46-7839FD9F5140}" srcOrd="2" destOrd="0" presId="urn:microsoft.com/office/officeart/2024/layout/VerticalActionList"/>
    <dgm:cxn modelId="{AA031542-4FD3-4BC4-880B-F1B248FE83D8}" type="presParOf" srcId="{CC4ADA93-F0DC-4FB8-91E9-85834B28871A}" destId="{E71FB494-183E-48B6-AFD2-C782AD6C571E}" srcOrd="7" destOrd="0" presId="urn:microsoft.com/office/officeart/2024/layout/VerticalActionList"/>
    <dgm:cxn modelId="{6EC50ADF-DA88-4AD0-9485-8B4E6D6F0E90}" type="presParOf" srcId="{CC4ADA93-F0DC-4FB8-91E9-85834B28871A}" destId="{E4E74211-D42D-4BD7-A461-16FFD7923E08}" srcOrd="8" destOrd="0" presId="urn:microsoft.com/office/officeart/2024/layout/VerticalActionList"/>
    <dgm:cxn modelId="{3EF8D0B5-BCF5-4377-9F05-7D85B0470804}" type="presParOf" srcId="{E4E74211-D42D-4BD7-A461-16FFD7923E08}" destId="{86A28B75-8982-47A1-9D9C-7C8E95A6EE8C}" srcOrd="0" destOrd="0" presId="urn:microsoft.com/office/officeart/2024/layout/VerticalActionList"/>
    <dgm:cxn modelId="{FFA6EAF1-1E78-4DF9-9A1D-20D467625573}" type="presParOf" srcId="{E4E74211-D42D-4BD7-A461-16FFD7923E08}" destId="{16B741E1-EC52-4B0C-AF3F-603A1814A610}" srcOrd="1" destOrd="0" presId="urn:microsoft.com/office/officeart/2024/layout/VerticalActionList"/>
    <dgm:cxn modelId="{9754162F-CCE1-4911-AA08-280BDDD827B1}" type="presParOf" srcId="{E4E74211-D42D-4BD7-A461-16FFD7923E08}" destId="{B54134A2-9CE5-4635-A459-0EAC42237CE4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778DC6-3969-4B3D-AF4F-8B6DB4797FB7}">
      <dsp:nvSpPr>
        <dsp:cNvPr id="0" name=""/>
        <dsp:cNvSpPr/>
      </dsp:nvSpPr>
      <dsp:spPr>
        <a:xfrm rot="5400000">
          <a:off x="4319561" y="-2772886"/>
          <a:ext cx="1033197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1</a:t>
          </a:r>
        </a:p>
      </dsp:txBody>
      <dsp:txXfrm rot="16200000">
        <a:off x="30261" y="32616"/>
        <a:ext cx="1595339" cy="972675"/>
      </dsp:txXfrm>
    </dsp:sp>
    <dsp:sp modelId="{209C7AF7-63F3-4FAA-8CE5-38A7C76EA3AB}">
      <dsp:nvSpPr>
        <dsp:cNvPr id="0" name=""/>
        <dsp:cNvSpPr/>
      </dsp:nvSpPr>
      <dsp:spPr>
        <a:xfrm>
          <a:off x="1625599" y="2354"/>
          <a:ext cx="6502400" cy="103319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102057" rIns="137634" bIns="10205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Fundamentos do ágil, manifesto</a:t>
          </a:r>
        </a:p>
      </dsp:txBody>
      <dsp:txXfrm>
        <a:off x="1625599" y="2354"/>
        <a:ext cx="6502400" cy="1033197"/>
      </dsp:txXfrm>
    </dsp:sp>
    <dsp:sp modelId="{141BA60A-B962-4390-B6CF-3CAAA7830F38}">
      <dsp:nvSpPr>
        <dsp:cNvPr id="0" name=""/>
        <dsp:cNvSpPr/>
      </dsp:nvSpPr>
      <dsp:spPr>
        <a:xfrm rot="16200000">
          <a:off x="296201" y="-293846"/>
          <a:ext cx="1033197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1</a:t>
          </a:r>
        </a:p>
      </dsp:txBody>
      <dsp:txXfrm rot="5400000">
        <a:off x="30261" y="32616"/>
        <a:ext cx="1595339" cy="972675"/>
      </dsp:txXfrm>
    </dsp:sp>
    <dsp:sp modelId="{8677ED9D-51DE-4F83-8441-5C391D613C40}">
      <dsp:nvSpPr>
        <dsp:cNvPr id="0" name=""/>
        <dsp:cNvSpPr/>
      </dsp:nvSpPr>
      <dsp:spPr>
        <a:xfrm rot="5400000">
          <a:off x="4319561" y="-1677696"/>
          <a:ext cx="1033197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2</a:t>
          </a:r>
        </a:p>
      </dsp:txBody>
      <dsp:txXfrm rot="16200000">
        <a:off x="30261" y="1127806"/>
        <a:ext cx="1595339" cy="972675"/>
      </dsp:txXfrm>
    </dsp:sp>
    <dsp:sp modelId="{8E43B014-064C-4D2C-B0FD-522FDE756303}">
      <dsp:nvSpPr>
        <dsp:cNvPr id="0" name=""/>
        <dsp:cNvSpPr/>
      </dsp:nvSpPr>
      <dsp:spPr>
        <a:xfrm>
          <a:off x="1625599" y="1097544"/>
          <a:ext cx="6502400" cy="103319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102057" rIns="137634" bIns="10205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Agilidade Organizacional</a:t>
          </a:r>
        </a:p>
      </dsp:txBody>
      <dsp:txXfrm>
        <a:off x="1625599" y="1097544"/>
        <a:ext cx="6502400" cy="1033197"/>
      </dsp:txXfrm>
    </dsp:sp>
    <dsp:sp modelId="{345AB791-DA38-499D-892A-FED8C5430809}">
      <dsp:nvSpPr>
        <dsp:cNvPr id="0" name=""/>
        <dsp:cNvSpPr/>
      </dsp:nvSpPr>
      <dsp:spPr>
        <a:xfrm rot="16200000">
          <a:off x="296201" y="801343"/>
          <a:ext cx="1033197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2</a:t>
          </a:r>
        </a:p>
      </dsp:txBody>
      <dsp:txXfrm rot="5400000">
        <a:off x="30261" y="1127806"/>
        <a:ext cx="1595339" cy="972675"/>
      </dsp:txXfrm>
    </dsp:sp>
    <dsp:sp modelId="{BBB48FCC-3063-491B-A93C-B4B627D5F092}">
      <dsp:nvSpPr>
        <dsp:cNvPr id="0" name=""/>
        <dsp:cNvSpPr/>
      </dsp:nvSpPr>
      <dsp:spPr>
        <a:xfrm rot="5400000">
          <a:off x="4319561" y="-582506"/>
          <a:ext cx="1033197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3</a:t>
          </a:r>
        </a:p>
      </dsp:txBody>
      <dsp:txXfrm rot="16200000">
        <a:off x="30261" y="2222996"/>
        <a:ext cx="1595339" cy="972675"/>
      </dsp:txXfrm>
    </dsp:sp>
    <dsp:sp modelId="{E1623D32-B256-4FB8-95F0-21F8C80E03EC}">
      <dsp:nvSpPr>
        <dsp:cNvPr id="0" name=""/>
        <dsp:cNvSpPr/>
      </dsp:nvSpPr>
      <dsp:spPr>
        <a:xfrm>
          <a:off x="1625599" y="2192734"/>
          <a:ext cx="6502400" cy="103319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102057" rIns="137634" bIns="10205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Métricas e governança</a:t>
          </a:r>
        </a:p>
      </dsp:txBody>
      <dsp:txXfrm>
        <a:off x="1625599" y="2192734"/>
        <a:ext cx="6502400" cy="1033197"/>
      </dsp:txXfrm>
    </dsp:sp>
    <dsp:sp modelId="{ECB85E04-E7FF-4D9A-A1B1-9B12F56439AB}">
      <dsp:nvSpPr>
        <dsp:cNvPr id="0" name=""/>
        <dsp:cNvSpPr/>
      </dsp:nvSpPr>
      <dsp:spPr>
        <a:xfrm rot="16200000">
          <a:off x="296201" y="1896533"/>
          <a:ext cx="1033197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3</a:t>
          </a:r>
        </a:p>
      </dsp:txBody>
      <dsp:txXfrm rot="5400000">
        <a:off x="30261" y="2222996"/>
        <a:ext cx="1595339" cy="972675"/>
      </dsp:txXfrm>
    </dsp:sp>
    <dsp:sp modelId="{3DDDFD90-1A9A-423F-B710-59CFB77CDE08}">
      <dsp:nvSpPr>
        <dsp:cNvPr id="0" name=""/>
        <dsp:cNvSpPr/>
      </dsp:nvSpPr>
      <dsp:spPr>
        <a:xfrm rot="5400000">
          <a:off x="4319561" y="512683"/>
          <a:ext cx="1033197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4</a:t>
          </a:r>
        </a:p>
      </dsp:txBody>
      <dsp:txXfrm rot="16200000">
        <a:off x="30261" y="3318186"/>
        <a:ext cx="1595339" cy="972675"/>
      </dsp:txXfrm>
    </dsp:sp>
    <dsp:sp modelId="{C131F1FD-632C-4487-9D46-7839FD9F5140}">
      <dsp:nvSpPr>
        <dsp:cNvPr id="0" name=""/>
        <dsp:cNvSpPr/>
      </dsp:nvSpPr>
      <dsp:spPr>
        <a:xfrm>
          <a:off x="1625599" y="3287924"/>
          <a:ext cx="6502400" cy="103319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102057" rIns="137634" bIns="10205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Liderança e transformação</a:t>
          </a:r>
        </a:p>
      </dsp:txBody>
      <dsp:txXfrm>
        <a:off x="1625599" y="3287924"/>
        <a:ext cx="6502400" cy="1033197"/>
      </dsp:txXfrm>
    </dsp:sp>
    <dsp:sp modelId="{44ECA61D-0C2F-4697-920F-BDC5C2B7F25D}">
      <dsp:nvSpPr>
        <dsp:cNvPr id="0" name=""/>
        <dsp:cNvSpPr/>
      </dsp:nvSpPr>
      <dsp:spPr>
        <a:xfrm rot="16200000">
          <a:off x="296201" y="2991723"/>
          <a:ext cx="1033197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4</a:t>
          </a:r>
        </a:p>
      </dsp:txBody>
      <dsp:txXfrm rot="5400000">
        <a:off x="30261" y="3318186"/>
        <a:ext cx="1595339" cy="972675"/>
      </dsp:txXfrm>
    </dsp:sp>
    <dsp:sp modelId="{86A28B75-8982-47A1-9D9C-7C8E95A6EE8C}">
      <dsp:nvSpPr>
        <dsp:cNvPr id="0" name=""/>
        <dsp:cNvSpPr/>
      </dsp:nvSpPr>
      <dsp:spPr>
        <a:xfrm rot="5400000">
          <a:off x="4319561" y="1607873"/>
          <a:ext cx="1033197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5</a:t>
          </a:r>
        </a:p>
      </dsp:txBody>
      <dsp:txXfrm rot="16200000">
        <a:off x="30261" y="4413376"/>
        <a:ext cx="1595339" cy="972675"/>
      </dsp:txXfrm>
    </dsp:sp>
    <dsp:sp modelId="{B54134A2-9CE5-4635-A459-0EAC42237CE4}">
      <dsp:nvSpPr>
        <dsp:cNvPr id="0" name=""/>
        <dsp:cNvSpPr/>
      </dsp:nvSpPr>
      <dsp:spPr>
        <a:xfrm>
          <a:off x="1625599" y="4383114"/>
          <a:ext cx="6502400" cy="103319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102057" rIns="137634" bIns="10205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Melhoria Contínua</a:t>
          </a:r>
        </a:p>
      </dsp:txBody>
      <dsp:txXfrm>
        <a:off x="1625599" y="4383114"/>
        <a:ext cx="6502400" cy="1033197"/>
      </dsp:txXfrm>
    </dsp:sp>
    <dsp:sp modelId="{16B741E1-EC52-4B0C-AF3F-603A1814A610}">
      <dsp:nvSpPr>
        <dsp:cNvPr id="0" name=""/>
        <dsp:cNvSpPr/>
      </dsp:nvSpPr>
      <dsp:spPr>
        <a:xfrm rot="16200000">
          <a:off x="296201" y="4086913"/>
          <a:ext cx="1033197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102057" rIns="86021" bIns="102057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Dia 5</a:t>
          </a:r>
        </a:p>
      </dsp:txBody>
      <dsp:txXfrm rot="5400000">
        <a:off x="30261" y="4413376"/>
        <a:ext cx="1595339" cy="972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24639-690B-C6AE-4D8F-8AE77F3C3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F1C4CA-289A-4882-673B-ED5576D5B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670C60-49BF-DA43-B2A7-6D01B46E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617C68-0CE6-2FE9-37DB-C76B43392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6FC77B-6F6F-4B0F-7579-66A80693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25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BAA55-0E7D-FCE1-9674-2695FBDC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CB7C6-FB8C-C831-8FEE-F764E40D6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ADF61A-1F94-F7C9-B484-7F8C1DF5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E2CC5C-F222-6EF3-0C8E-2ED1DA324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E1FE32-FE06-47AF-00CE-59864577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53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3590B-A128-2A50-9F47-E1F4A322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F8C80A-35B5-33D1-E5E4-D6129F0BC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4EFFA9-FE14-98F1-350B-51C5CAAE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71D926-09C8-F988-F769-5BE6B78C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CF060E-2C38-787C-E1CA-7E8309B4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51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1E6AD-4CB6-32D9-4BF4-A58F5EB2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36F127-AFF2-DDF5-D2E0-000E96E2C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420C1C-52CD-B654-4A64-7383C44C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C3F69F-9DC9-40A5-1209-D5E430B8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1B3F03-C43A-3A33-2510-81E2F088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65989D-8A98-453E-90B8-8E4D84E7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21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0E160-0A6E-DBB9-B6D0-301C7A1F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875734-CC3D-49B6-4A16-C58C53AB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AAECCF-62F1-3AB5-D5B4-5B4AFA34F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EF5764-AD10-99FB-E539-EBFE3D264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3324E5-33B0-FF22-1D28-2D3BF0D5A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7FE290-64DB-D3ED-C7EC-3AE588BF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82AFE9-09F2-60DA-F8A0-147C61B8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B633F1-73C0-1726-95AB-160B4547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61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802B7-DA82-6A2D-9DB8-B34B94F8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D715951-BF01-D29D-478B-B1E48969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9E5B15-4927-6FCA-1587-FF5F2837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B2B5AB-6A86-4BD9-F933-712AC35C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17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5E0E1F1-2CE6-18A8-57B6-2FEC40A8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5AA6E8-1943-B852-A0FF-164886CE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191628-7D05-ADB3-963A-DD8974DB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24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A1235-D979-9ADE-0A90-F67423F3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7E5CCD-52AD-A888-8513-440E1E6A7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07EB7A-98F1-7817-32AB-E7534C556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884E22-E198-7853-82BF-A72CBF64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726682-A5A8-4C8B-3448-BA533A24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35919D-264B-298D-88EC-004FDA80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059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B86D5-4D59-F624-4C1F-DC448694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82C18D1-AA10-3473-7056-1CAFD8CB4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454DFE-1BAA-B709-C1F5-ED1F77BA4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B17FB2-C08D-FBC4-C7D5-7F9254BD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677573-BC42-4F7A-03E6-A429130DB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73B377-0AE8-907E-8C1E-4D867FB3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63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9EE15-161D-EA43-D519-EFA9C2DC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443771-72FE-7093-E254-FB93C0C60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ABEAA1-50AB-2063-9192-4BB3AD41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8FECA5-D992-9D96-AFAF-243AE541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A908F-6F26-35EE-04DB-B6BE5B58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55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659295-D5C1-76A8-3BCC-C1A7CB179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25C9F3-C2DC-B200-CDE6-1A898E3EF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2290AB-9091-85DA-2121-44C41D2A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9DEBE-9DA3-DF25-AB8F-2CEFF04D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52F397-A31E-673D-77A1-09729F66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73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F1D4277-A45C-F23D-404F-C23A17DD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4E2233-A7A1-889A-FE16-45541C10D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4F7202-EA09-CF51-AC66-F39F8B01F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C40F3-6C64-4F56-9E25-C39606A9A8B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7EC10-DF45-C2C8-4F64-B98DE1C19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4B45F-CFAD-93B7-E6A1-06FDADCDD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33483-1894-4506-9A9E-DD0779882AEF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6DB751-ABFD-B094-7928-95F7DB24C1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923588" y="63500"/>
            <a:ext cx="12303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Classificação: Interna</a:t>
            </a:r>
          </a:p>
        </p:txBody>
      </p:sp>
    </p:spTree>
    <p:extLst>
      <p:ext uri="{BB962C8B-B14F-4D97-AF65-F5344CB8AC3E}">
        <p14:creationId xmlns:p14="http://schemas.microsoft.com/office/powerpoint/2010/main" val="360707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Assistir a Star Wars: O Despertar da Força (Episódio VII) | Filme ...">
            <a:extLst>
              <a:ext uri="{FF2B5EF4-FFF2-40B4-BE49-F238E27FC236}">
                <a16:creationId xmlns:a16="http://schemas.microsoft.com/office/drawing/2014/main" id="{046975E9-851D-954F-3587-4A478300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596A670-55EE-2D7A-240F-88B02CE46150}"/>
              </a:ext>
            </a:extLst>
          </p:cNvPr>
          <p:cNvSpPr txBox="1"/>
          <p:nvPr/>
        </p:nvSpPr>
        <p:spPr>
          <a:xfrm rot="20893089">
            <a:off x="4911213" y="2496253"/>
            <a:ext cx="2743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200" dirty="0">
                <a:solidFill>
                  <a:schemeClr val="bg1"/>
                </a:solidFill>
                <a:latin typeface="Aptos Black" panose="020F0502020204030204" pitchFamily="34" charset="0"/>
                <a:cs typeface="Arial" panose="020B0604020202020204" pitchFamily="34" charset="0"/>
              </a:rPr>
              <a:t>ÁGIL</a:t>
            </a:r>
          </a:p>
        </p:txBody>
      </p:sp>
    </p:spTree>
    <p:extLst>
      <p:ext uri="{BB962C8B-B14F-4D97-AF65-F5344CB8AC3E}">
        <p14:creationId xmlns:p14="http://schemas.microsoft.com/office/powerpoint/2010/main" val="373726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61EA7D3-CA20-75D8-79D2-9FAAA7D2463C}"/>
              </a:ext>
            </a:extLst>
          </p:cNvPr>
          <p:cNvSpPr txBox="1"/>
          <p:nvPr/>
        </p:nvSpPr>
        <p:spPr>
          <a:xfrm>
            <a:off x="416804" y="1005643"/>
            <a:ext cx="86920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i="1" dirty="0">
                <a:latin typeface="Aptos" panose="020B0004020202020204" pitchFamily="34" charset="0"/>
              </a:rPr>
              <a:t>"Força Ágil: Desperte o Futuro Sustentável"</a:t>
            </a:r>
            <a:r>
              <a:rPr lang="pt-BR" dirty="0">
                <a:latin typeface="Aptos" panose="020B0004020202020204" pitchFamily="34" charset="0"/>
              </a:rPr>
              <a:t> </a:t>
            </a:r>
          </a:p>
          <a:p>
            <a:pPr>
              <a:buNone/>
            </a:pPr>
            <a:endParaRPr lang="pt-BR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pt-BR" u="sng" dirty="0">
                <a:latin typeface="Aptos" panose="020B0004020202020204" pitchFamily="34" charset="0"/>
              </a:rPr>
              <a:t>Objetivo:</a:t>
            </a:r>
            <a:r>
              <a:rPr lang="pt-BR" dirty="0">
                <a:latin typeface="Aptos" panose="020B0004020202020204" pitchFamily="34" charset="0"/>
              </a:rPr>
              <a:t> </a:t>
            </a:r>
            <a:r>
              <a:rPr lang="pt-BR" b="1" dirty="0">
                <a:latin typeface="Aptos" panose="020B0004020202020204" pitchFamily="34" charset="0"/>
              </a:rPr>
              <a:t>Eficiência com foco no futuro sustentável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Trabalhar de forma mais simples e colaborativa, priorizando o que realmente gera valor, reduzindo desperdícios e usando melhor nossos recursos — para que cada entrega nossa faça diferença de verdade na vida dos associados, hoje e no futuro.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868E11-F54F-2A7C-586F-91D99D074FBF}"/>
              </a:ext>
            </a:extLst>
          </p:cNvPr>
          <p:cNvSpPr txBox="1"/>
          <p:nvPr/>
        </p:nvSpPr>
        <p:spPr>
          <a:xfrm>
            <a:off x="383458" y="333185"/>
            <a:ext cx="11425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Aptos" panose="020B0004020202020204" pitchFamily="34" charset="0"/>
              </a:rPr>
              <a:t>Planejamento de </a:t>
            </a:r>
            <a:r>
              <a:rPr lang="pt-BR" sz="3000" dirty="0" err="1">
                <a:latin typeface="Aptos" panose="020B0004020202020204" pitchFamily="34" charset="0"/>
              </a:rPr>
              <a:t>Bootcamp</a:t>
            </a:r>
            <a:r>
              <a:rPr lang="pt-BR" sz="3000" dirty="0">
                <a:latin typeface="Aptos" panose="020B0004020202020204" pitchFamily="34" charset="0"/>
              </a:rPr>
              <a:t> para disseminação do ágil na Previ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3D84338-01AD-0428-85D3-DAA91F0D5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89066"/>
              </p:ext>
            </p:extLst>
          </p:nvPr>
        </p:nvGraphicFramePr>
        <p:xfrm>
          <a:off x="956187" y="3098617"/>
          <a:ext cx="5257800" cy="3200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1045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Temas</a:t>
                      </a:r>
                      <a:endParaRPr lang="pt-BR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934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Fundamentos da Agilidade Organizacional</a:t>
                      </a:r>
                    </a:p>
                    <a:p>
                      <a:pPr>
                        <a:buNone/>
                      </a:pPr>
                      <a:endParaRPr lang="pt-BR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35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Liderança e Transformação</a:t>
                      </a:r>
                    </a:p>
                    <a:p>
                      <a:pPr>
                        <a:buNone/>
                      </a:pPr>
                      <a:endParaRPr lang="pt-BR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68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Estratégia, Métricas e Governança</a:t>
                      </a:r>
                    </a:p>
                    <a:p>
                      <a:pPr>
                        <a:buNone/>
                      </a:pPr>
                      <a:endParaRPr lang="pt-BR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29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Execução Ágil, Lean Ágil, Fluxo e </a:t>
                      </a:r>
                      <a:r>
                        <a:rPr lang="pt-BR" sz="2000" dirty="0" err="1"/>
                        <a:t>Kanban</a:t>
                      </a:r>
                      <a:r>
                        <a:rPr lang="pt-BR" sz="2000" dirty="0"/>
                        <a:t>, Kaizen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812818"/>
                  </a:ext>
                </a:extLst>
              </a:tr>
            </a:tbl>
          </a:graphicData>
        </a:graphic>
      </p:graphicFrame>
      <p:pic>
        <p:nvPicPr>
          <p:cNvPr id="9" name="Gráfico 8" descr="Peças de quebra-cabeça com preenchimento sólido">
            <a:extLst>
              <a:ext uri="{FF2B5EF4-FFF2-40B4-BE49-F238E27FC236}">
                <a16:creationId xmlns:a16="http://schemas.microsoft.com/office/drawing/2014/main" id="{B169544F-744D-60D8-81BE-56080D86C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352" y="4775866"/>
            <a:ext cx="509870" cy="509870"/>
          </a:xfrm>
          <a:prstGeom prst="rect">
            <a:avLst/>
          </a:prstGeom>
        </p:spPr>
      </p:pic>
      <p:pic>
        <p:nvPicPr>
          <p:cNvPr id="11" name="Gráfico 10" descr="Na mosca com preenchimento sólido">
            <a:extLst>
              <a:ext uri="{FF2B5EF4-FFF2-40B4-BE49-F238E27FC236}">
                <a16:creationId xmlns:a16="http://schemas.microsoft.com/office/drawing/2014/main" id="{84FA8BE2-A906-3BA7-D06D-7295455CD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856" y="4126678"/>
            <a:ext cx="509870" cy="509870"/>
          </a:xfrm>
          <a:prstGeom prst="rect">
            <a:avLst/>
          </a:prstGeom>
        </p:spPr>
      </p:pic>
      <p:pic>
        <p:nvPicPr>
          <p:cNvPr id="13" name="Gráfico 12" descr="Peças de xadrez com preenchimento sólido">
            <a:extLst>
              <a:ext uri="{FF2B5EF4-FFF2-40B4-BE49-F238E27FC236}">
                <a16:creationId xmlns:a16="http://schemas.microsoft.com/office/drawing/2014/main" id="{DC35094D-2D31-5C70-565B-182CF1739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857" y="3410776"/>
            <a:ext cx="509871" cy="509871"/>
          </a:xfrm>
          <a:prstGeom prst="rect">
            <a:avLst/>
          </a:prstGeom>
        </p:spPr>
      </p:pic>
      <p:pic>
        <p:nvPicPr>
          <p:cNvPr id="15" name="Gráfico 14" descr="Boa Ideia com preenchimento sólido">
            <a:extLst>
              <a:ext uri="{FF2B5EF4-FFF2-40B4-BE49-F238E27FC236}">
                <a16:creationId xmlns:a16="http://schemas.microsoft.com/office/drawing/2014/main" id="{C233A9C1-6C9C-FC53-9862-EB1D7F22B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5316" y="793707"/>
            <a:ext cx="914400" cy="914400"/>
          </a:xfrm>
          <a:prstGeom prst="rect">
            <a:avLst/>
          </a:prstGeom>
        </p:spPr>
      </p:pic>
      <p:pic>
        <p:nvPicPr>
          <p:cNvPr id="17" name="Gráfico 16" descr="Cérebro direito e esquerdo com preenchimento sólido">
            <a:extLst>
              <a:ext uri="{FF2B5EF4-FFF2-40B4-BE49-F238E27FC236}">
                <a16:creationId xmlns:a16="http://schemas.microsoft.com/office/drawing/2014/main" id="{2322CD05-8309-F6EB-D356-6B4B19F98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518" y="5587322"/>
            <a:ext cx="509871" cy="50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4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3A825A8-0AB1-2B14-19AE-0E498BED7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69142" cy="685800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4958548-CD7D-2831-C2D0-F0E919BF7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284562"/>
              </p:ext>
            </p:extLst>
          </p:nvPr>
        </p:nvGraphicFramePr>
        <p:xfrm>
          <a:off x="5323419" y="4449950"/>
          <a:ext cx="6105832" cy="2009433"/>
        </p:xfrm>
        <a:graphic>
          <a:graphicData uri="http://schemas.openxmlformats.org/drawingml/2006/table">
            <a:tbl>
              <a:tblPr/>
              <a:tblGrid>
                <a:gridCol w="855407">
                  <a:extLst>
                    <a:ext uri="{9D8B030D-6E8A-4147-A177-3AD203B41FA5}">
                      <a16:colId xmlns:a16="http://schemas.microsoft.com/office/drawing/2014/main" val="937444668"/>
                    </a:ext>
                  </a:extLst>
                </a:gridCol>
                <a:gridCol w="1140541">
                  <a:extLst>
                    <a:ext uri="{9D8B030D-6E8A-4147-A177-3AD203B41FA5}">
                      <a16:colId xmlns:a16="http://schemas.microsoft.com/office/drawing/2014/main" val="25580534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50607729"/>
                    </a:ext>
                  </a:extLst>
                </a:gridCol>
                <a:gridCol w="2585884">
                  <a:extLst>
                    <a:ext uri="{9D8B030D-6E8A-4147-A177-3AD203B41FA5}">
                      <a16:colId xmlns:a16="http://schemas.microsoft.com/office/drawing/2014/main" val="2521623342"/>
                    </a:ext>
                  </a:extLst>
                </a:gridCol>
              </a:tblGrid>
              <a:tr h="266635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/>
                        <a:t>Turma</a:t>
                      </a:r>
                      <a:endParaRPr lang="pt-B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/>
                        <a:t>Mês</a:t>
                      </a:r>
                      <a:endParaRPr lang="pt-B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/>
                        <a:t>                       Dias</a:t>
                      </a:r>
                      <a:endParaRPr lang="pt-B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089533"/>
                  </a:ext>
                </a:extLst>
              </a:tr>
              <a:tr h="26663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 err="1"/>
                        <a:t>Bootcamp</a:t>
                      </a:r>
                      <a:endParaRPr lang="pt-B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/>
                        <a:t>Box</a:t>
                      </a:r>
                      <a:endParaRPr lang="pt-B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873917"/>
                  </a:ext>
                </a:extLst>
              </a:tr>
              <a:tr h="466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Agosto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11, 12, 18, 19, 20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96565"/>
                  </a:ext>
                </a:extLst>
              </a:tr>
              <a:tr h="466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Setembro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09, 10, 11, 15, 16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31/08 a 03/09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739106"/>
                  </a:ext>
                </a:extLst>
              </a:tr>
              <a:tr h="466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Novembro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17, 18, 19, 24, 25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090417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159AB2D4-6E38-D98E-5314-F3B586A88AC0}"/>
              </a:ext>
            </a:extLst>
          </p:cNvPr>
          <p:cNvSpPr txBox="1"/>
          <p:nvPr/>
        </p:nvSpPr>
        <p:spPr>
          <a:xfrm>
            <a:off x="5323419" y="4191654"/>
            <a:ext cx="61058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u="sng" dirty="0"/>
              <a:t>Planejamento:</a:t>
            </a:r>
            <a:endParaRPr lang="pt-BR" sz="1400" dirty="0"/>
          </a:p>
          <a:p>
            <a:pPr>
              <a:buNone/>
            </a:pPr>
            <a:r>
              <a:rPr lang="pt-BR" sz="1400" dirty="0"/>
              <a:t> </a:t>
            </a:r>
          </a:p>
          <a:p>
            <a:pPr>
              <a:buNone/>
            </a:pPr>
            <a:r>
              <a:rPr lang="pt-BR" sz="1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7275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4 Steps in Jedi Progression">
            <a:extLst>
              <a:ext uri="{FF2B5EF4-FFF2-40B4-BE49-F238E27FC236}">
                <a16:creationId xmlns:a16="http://schemas.microsoft.com/office/drawing/2014/main" id="{BEE63FE1-CBE7-73F2-61F3-45BF692C4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523" y="2533038"/>
            <a:ext cx="6990735" cy="393228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4C17BFE-3E6A-BEAD-9F4B-25C3D7D0A9C4}"/>
              </a:ext>
            </a:extLst>
          </p:cNvPr>
          <p:cNvSpPr txBox="1"/>
          <p:nvPr/>
        </p:nvSpPr>
        <p:spPr>
          <a:xfrm>
            <a:off x="393290" y="521110"/>
            <a:ext cx="1034353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latin typeface="Aptos" panose="020B0004020202020204" pitchFamily="34" charset="0"/>
              </a:rPr>
              <a:t>Atividade inicial de autodiagnóstico com relação ao conhecimento da mentalidade ágil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E73A49-4AE8-AC2B-AA82-898093AA4249}"/>
              </a:ext>
            </a:extLst>
          </p:cNvPr>
          <p:cNvSpPr txBox="1"/>
          <p:nvPr/>
        </p:nvSpPr>
        <p:spPr>
          <a:xfrm>
            <a:off x="4331111" y="196936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ptos" panose="020B0004020202020204" pitchFamily="34" charset="0"/>
              </a:rPr>
              <a:t>Já ouvi falar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1166E72-1A7F-581C-C75B-73D7510DBE43}"/>
              </a:ext>
            </a:extLst>
          </p:cNvPr>
          <p:cNvSpPr txBox="1"/>
          <p:nvPr/>
        </p:nvSpPr>
        <p:spPr>
          <a:xfrm>
            <a:off x="5982930" y="196936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ptos" panose="020B0004020202020204" pitchFamily="34" charset="0"/>
              </a:rPr>
              <a:t>Sei o que é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3FA829B-DFFC-CD5B-913E-5D9F0F6EBAD3}"/>
              </a:ext>
            </a:extLst>
          </p:cNvPr>
          <p:cNvSpPr txBox="1"/>
          <p:nvPr/>
        </p:nvSpPr>
        <p:spPr>
          <a:xfrm>
            <a:off x="7855974" y="1969363"/>
            <a:ext cx="195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ptos" panose="020B0004020202020204" pitchFamily="34" charset="0"/>
              </a:rPr>
              <a:t>Domino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E4FA53-A254-7A43-4676-4EEF7C682513}"/>
              </a:ext>
            </a:extLst>
          </p:cNvPr>
          <p:cNvSpPr txBox="1"/>
          <p:nvPr/>
        </p:nvSpPr>
        <p:spPr>
          <a:xfrm>
            <a:off x="9517626" y="1969363"/>
            <a:ext cx="209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ptos" panose="020B0004020202020204" pitchFamily="34" charset="0"/>
              </a:rPr>
              <a:t>Ensino</a:t>
            </a:r>
          </a:p>
        </p:txBody>
      </p:sp>
    </p:spTree>
    <p:extLst>
      <p:ext uri="{BB962C8B-B14F-4D97-AF65-F5344CB8AC3E}">
        <p14:creationId xmlns:p14="http://schemas.microsoft.com/office/powerpoint/2010/main" val="201535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5B7518A-EFFB-E27D-5DAC-F4E4766511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64379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976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 Dobrado 1">
            <a:extLst>
              <a:ext uri="{FF2B5EF4-FFF2-40B4-BE49-F238E27FC236}">
                <a16:creationId xmlns:a16="http://schemas.microsoft.com/office/drawing/2014/main" id="{30F5CC09-FC0E-48D6-E308-331B03742162}"/>
              </a:ext>
            </a:extLst>
          </p:cNvPr>
          <p:cNvSpPr/>
          <p:nvPr/>
        </p:nvSpPr>
        <p:spPr>
          <a:xfrm>
            <a:off x="223682" y="307257"/>
            <a:ext cx="1629696" cy="1629698"/>
          </a:xfrm>
          <a:prstGeom prst="folded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Quebra-gelo inicial – apresentação pessoal (tratar horizontalização e “sem crachá” nos processos relacionados ao ágil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B78BF04-139D-FFEF-1A95-7102EF42A8E2}"/>
              </a:ext>
            </a:extLst>
          </p:cNvPr>
          <p:cNvCxnSpPr>
            <a:cxnSpLocks/>
          </p:cNvCxnSpPr>
          <p:nvPr/>
        </p:nvCxnSpPr>
        <p:spPr>
          <a:xfrm flipH="1">
            <a:off x="4689987" y="0"/>
            <a:ext cx="1976284" cy="6858000"/>
          </a:xfrm>
          <a:prstGeom prst="line">
            <a:avLst/>
          </a:prstGeom>
          <a:ln w="73025"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4BDF415-F3D7-ACDB-8EF5-68F8BAE30014}"/>
              </a:ext>
            </a:extLst>
          </p:cNvPr>
          <p:cNvSpPr/>
          <p:nvPr/>
        </p:nvSpPr>
        <p:spPr>
          <a:xfrm>
            <a:off x="4827640" y="147484"/>
            <a:ext cx="1179870" cy="4817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DIA 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1F7B964-1554-C5DA-C20C-CD114E9F5DA0}"/>
              </a:ext>
            </a:extLst>
          </p:cNvPr>
          <p:cNvSpPr/>
          <p:nvPr/>
        </p:nvSpPr>
        <p:spPr>
          <a:xfrm>
            <a:off x="7069393" y="147484"/>
            <a:ext cx="1179870" cy="4817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DIA 2</a:t>
            </a:r>
          </a:p>
        </p:txBody>
      </p:sp>
      <p:sp>
        <p:nvSpPr>
          <p:cNvPr id="8" name="Retângulo: Canto Dobrado 7">
            <a:extLst>
              <a:ext uri="{FF2B5EF4-FFF2-40B4-BE49-F238E27FC236}">
                <a16:creationId xmlns:a16="http://schemas.microsoft.com/office/drawing/2014/main" id="{AF62FF48-746F-5E47-1019-77515DA32CFC}"/>
              </a:ext>
            </a:extLst>
          </p:cNvPr>
          <p:cNvSpPr/>
          <p:nvPr/>
        </p:nvSpPr>
        <p:spPr>
          <a:xfrm>
            <a:off x="6130413" y="4994786"/>
            <a:ext cx="1071715" cy="973394"/>
          </a:xfrm>
          <a:prstGeom prst="foldedCorne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 Dobrado 8">
            <a:extLst>
              <a:ext uri="{FF2B5EF4-FFF2-40B4-BE49-F238E27FC236}">
                <a16:creationId xmlns:a16="http://schemas.microsoft.com/office/drawing/2014/main" id="{E03FAB6E-82DB-E106-BEC1-C8C65EF2BA9F}"/>
              </a:ext>
            </a:extLst>
          </p:cNvPr>
          <p:cNvSpPr/>
          <p:nvPr/>
        </p:nvSpPr>
        <p:spPr>
          <a:xfrm>
            <a:off x="714774" y="4128320"/>
            <a:ext cx="1523999" cy="1337187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Propor ferramentas de entendimento de cenário (trabalhar primeiro valor do ágil)</a:t>
            </a:r>
          </a:p>
        </p:txBody>
      </p:sp>
      <p:sp>
        <p:nvSpPr>
          <p:cNvPr id="10" name="Retângulo: Canto Dobrado 9">
            <a:extLst>
              <a:ext uri="{FF2B5EF4-FFF2-40B4-BE49-F238E27FC236}">
                <a16:creationId xmlns:a16="http://schemas.microsoft.com/office/drawing/2014/main" id="{CE598244-D43E-BDA7-E85E-CC16A0AE0046}"/>
              </a:ext>
            </a:extLst>
          </p:cNvPr>
          <p:cNvSpPr/>
          <p:nvPr/>
        </p:nvSpPr>
        <p:spPr>
          <a:xfrm>
            <a:off x="8143568" y="4579374"/>
            <a:ext cx="1071715" cy="973394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 Dobrado 10">
            <a:extLst>
              <a:ext uri="{FF2B5EF4-FFF2-40B4-BE49-F238E27FC236}">
                <a16:creationId xmlns:a16="http://schemas.microsoft.com/office/drawing/2014/main" id="{1B0023D0-E1D5-1F2C-8C1C-EFBA02A84129}"/>
              </a:ext>
            </a:extLst>
          </p:cNvPr>
          <p:cNvSpPr/>
          <p:nvPr/>
        </p:nvSpPr>
        <p:spPr>
          <a:xfrm>
            <a:off x="2525841" y="821171"/>
            <a:ext cx="1671485" cy="1462548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Autodiagnóstisco</a:t>
            </a:r>
            <a:r>
              <a:rPr lang="pt-BR" sz="1200" dirty="0">
                <a:solidFill>
                  <a:schemeClr val="tx1"/>
                </a:solidFill>
              </a:rPr>
              <a:t> sobre mentalidade ágil – separar eles nas categorias – avaliar ao final se mudaram a categoria</a:t>
            </a:r>
          </a:p>
        </p:txBody>
      </p:sp>
      <p:sp>
        <p:nvSpPr>
          <p:cNvPr id="12" name="Retângulo: Canto Dobrado 11">
            <a:extLst>
              <a:ext uri="{FF2B5EF4-FFF2-40B4-BE49-F238E27FC236}">
                <a16:creationId xmlns:a16="http://schemas.microsoft.com/office/drawing/2014/main" id="{2A6871FC-E93D-DEE4-7A24-72ED7946CBC2}"/>
              </a:ext>
            </a:extLst>
          </p:cNvPr>
          <p:cNvSpPr/>
          <p:nvPr/>
        </p:nvSpPr>
        <p:spPr>
          <a:xfrm>
            <a:off x="8754576" y="1508021"/>
            <a:ext cx="1258529" cy="973394"/>
          </a:xfrm>
          <a:prstGeom prst="foldedCorne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Apresentação da agilidade organizacional</a:t>
            </a:r>
          </a:p>
        </p:txBody>
      </p:sp>
      <p:sp>
        <p:nvSpPr>
          <p:cNvPr id="14" name="Retângulo: Canto Dobrado 13">
            <a:extLst>
              <a:ext uri="{FF2B5EF4-FFF2-40B4-BE49-F238E27FC236}">
                <a16:creationId xmlns:a16="http://schemas.microsoft.com/office/drawing/2014/main" id="{2E863428-93CF-A424-65C6-F5833AB2CEC4}"/>
              </a:ext>
            </a:extLst>
          </p:cNvPr>
          <p:cNvSpPr/>
          <p:nvPr/>
        </p:nvSpPr>
        <p:spPr>
          <a:xfrm>
            <a:off x="2150805" y="2961968"/>
            <a:ext cx="1179870" cy="1025013"/>
          </a:xfrm>
          <a:prstGeom prst="folded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Montagem da CSD (trabalhar entendimento do problema)</a:t>
            </a:r>
          </a:p>
        </p:txBody>
      </p:sp>
      <p:sp>
        <p:nvSpPr>
          <p:cNvPr id="15" name="Retângulo: Canto Dobrado 14">
            <a:extLst>
              <a:ext uri="{FF2B5EF4-FFF2-40B4-BE49-F238E27FC236}">
                <a16:creationId xmlns:a16="http://schemas.microsoft.com/office/drawing/2014/main" id="{14DFFCA7-2EB4-C081-C2CC-C726BE4B6006}"/>
              </a:ext>
            </a:extLst>
          </p:cNvPr>
          <p:cNvSpPr/>
          <p:nvPr/>
        </p:nvSpPr>
        <p:spPr>
          <a:xfrm>
            <a:off x="10156722" y="5346290"/>
            <a:ext cx="1071715" cy="973394"/>
          </a:xfrm>
          <a:prstGeom prst="folded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 Dobrado 15">
            <a:extLst>
              <a:ext uri="{FF2B5EF4-FFF2-40B4-BE49-F238E27FC236}">
                <a16:creationId xmlns:a16="http://schemas.microsoft.com/office/drawing/2014/main" id="{F639533C-90DB-E1F0-66BB-5DFD380431CF}"/>
              </a:ext>
            </a:extLst>
          </p:cNvPr>
          <p:cNvSpPr/>
          <p:nvPr/>
        </p:nvSpPr>
        <p:spPr>
          <a:xfrm>
            <a:off x="10594257" y="2856270"/>
            <a:ext cx="1071715" cy="973394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 Dobrado 16">
            <a:extLst>
              <a:ext uri="{FF2B5EF4-FFF2-40B4-BE49-F238E27FC236}">
                <a16:creationId xmlns:a16="http://schemas.microsoft.com/office/drawing/2014/main" id="{9E9BAC00-D12C-3AAF-096A-A46E6BC89950}"/>
              </a:ext>
            </a:extLst>
          </p:cNvPr>
          <p:cNvSpPr/>
          <p:nvPr/>
        </p:nvSpPr>
        <p:spPr>
          <a:xfrm>
            <a:off x="6486834" y="2856270"/>
            <a:ext cx="1071715" cy="973394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 Dobrado 17">
            <a:extLst>
              <a:ext uri="{FF2B5EF4-FFF2-40B4-BE49-F238E27FC236}">
                <a16:creationId xmlns:a16="http://schemas.microsoft.com/office/drawing/2014/main" id="{587B2253-5446-E88C-80E3-21139E7B65A0}"/>
              </a:ext>
            </a:extLst>
          </p:cNvPr>
          <p:cNvSpPr/>
          <p:nvPr/>
        </p:nvSpPr>
        <p:spPr>
          <a:xfrm>
            <a:off x="759543" y="2347452"/>
            <a:ext cx="1332270" cy="1233949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Apresentação da situação problema pra cada grupo (diferentes)</a:t>
            </a:r>
          </a:p>
        </p:txBody>
      </p:sp>
      <p:sp>
        <p:nvSpPr>
          <p:cNvPr id="19" name="Retângulo: Canto Dobrado 18">
            <a:extLst>
              <a:ext uri="{FF2B5EF4-FFF2-40B4-BE49-F238E27FC236}">
                <a16:creationId xmlns:a16="http://schemas.microsoft.com/office/drawing/2014/main" id="{97CDAE5E-0287-4C6B-E217-2B163579E339}"/>
              </a:ext>
            </a:extLst>
          </p:cNvPr>
          <p:cNvSpPr/>
          <p:nvPr/>
        </p:nvSpPr>
        <p:spPr>
          <a:xfrm>
            <a:off x="2407674" y="4986184"/>
            <a:ext cx="1811593" cy="1133167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Trabalhar os 4 valores e apresentar os 12 princípios demonstrando a essência do ágil</a:t>
            </a:r>
          </a:p>
        </p:txBody>
      </p:sp>
      <p:pic>
        <p:nvPicPr>
          <p:cNvPr id="3" name="Gráfico 2" descr="Cérebro direito e esquerdo com preenchimento sólido">
            <a:extLst>
              <a:ext uri="{FF2B5EF4-FFF2-40B4-BE49-F238E27FC236}">
                <a16:creationId xmlns:a16="http://schemas.microsoft.com/office/drawing/2014/main" id="{B73A615C-E1D7-F3EC-7282-704F967B8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0233" y="1837581"/>
            <a:ext cx="509871" cy="509871"/>
          </a:xfrm>
          <a:prstGeom prst="rect">
            <a:avLst/>
          </a:prstGeom>
        </p:spPr>
      </p:pic>
      <p:pic>
        <p:nvPicPr>
          <p:cNvPr id="5" name="Gráfico 4" descr="Peças de xadrez com preenchimento sólido">
            <a:extLst>
              <a:ext uri="{FF2B5EF4-FFF2-40B4-BE49-F238E27FC236}">
                <a16:creationId xmlns:a16="http://schemas.microsoft.com/office/drawing/2014/main" id="{E96C8850-B38E-B8CC-E93C-DF577EC6A6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7973" y="2155900"/>
            <a:ext cx="509871" cy="509871"/>
          </a:xfrm>
          <a:prstGeom prst="rect">
            <a:avLst/>
          </a:prstGeom>
        </p:spPr>
      </p:pic>
      <p:sp>
        <p:nvSpPr>
          <p:cNvPr id="22" name="Retângulo: Canto Dobrado 21">
            <a:extLst>
              <a:ext uri="{FF2B5EF4-FFF2-40B4-BE49-F238E27FC236}">
                <a16:creationId xmlns:a16="http://schemas.microsoft.com/office/drawing/2014/main" id="{31EC2CD8-C302-A8C4-3573-C4A4824AAF41}"/>
              </a:ext>
            </a:extLst>
          </p:cNvPr>
          <p:cNvSpPr/>
          <p:nvPr/>
        </p:nvSpPr>
        <p:spPr>
          <a:xfrm>
            <a:off x="7069393" y="996924"/>
            <a:ext cx="1352641" cy="1085057"/>
          </a:xfrm>
          <a:prstGeom prst="folded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Quebra-gelo – dinâmica sobre </a:t>
            </a:r>
            <a:r>
              <a:rPr lang="pt-BR" sz="1200" dirty="0" err="1">
                <a:solidFill>
                  <a:schemeClr val="tx1"/>
                </a:solidFill>
              </a:rPr>
              <a:t>viéses</a:t>
            </a:r>
            <a:r>
              <a:rPr lang="pt-BR" sz="1200" dirty="0">
                <a:solidFill>
                  <a:schemeClr val="tx1"/>
                </a:solidFill>
              </a:rPr>
              <a:t> (jogo não pode)</a:t>
            </a:r>
          </a:p>
        </p:txBody>
      </p:sp>
    </p:spTree>
    <p:extLst>
      <p:ext uri="{BB962C8B-B14F-4D97-AF65-F5344CB8AC3E}">
        <p14:creationId xmlns:p14="http://schemas.microsoft.com/office/powerpoint/2010/main" val="403439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71454-530C-13BD-9DA2-E8504DDF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9C0AFDB-7424-81EF-BAEF-9F5EE557D073}"/>
              </a:ext>
            </a:extLst>
          </p:cNvPr>
          <p:cNvCxnSpPr>
            <a:cxnSpLocks/>
          </p:cNvCxnSpPr>
          <p:nvPr/>
        </p:nvCxnSpPr>
        <p:spPr>
          <a:xfrm flipH="1">
            <a:off x="4689987" y="0"/>
            <a:ext cx="1976284" cy="6858000"/>
          </a:xfrm>
          <a:prstGeom prst="line">
            <a:avLst/>
          </a:prstGeom>
          <a:ln w="73025"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EC37685-6520-CA86-3BF9-D0A5610F2CF6}"/>
              </a:ext>
            </a:extLst>
          </p:cNvPr>
          <p:cNvSpPr/>
          <p:nvPr/>
        </p:nvSpPr>
        <p:spPr>
          <a:xfrm>
            <a:off x="4827640" y="147484"/>
            <a:ext cx="1179870" cy="4817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DIA 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C66E811-C65A-301C-1CE0-74F5A3D947C4}"/>
              </a:ext>
            </a:extLst>
          </p:cNvPr>
          <p:cNvSpPr/>
          <p:nvPr/>
        </p:nvSpPr>
        <p:spPr>
          <a:xfrm>
            <a:off x="7069393" y="147484"/>
            <a:ext cx="1179870" cy="4817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DIA 4</a:t>
            </a:r>
          </a:p>
        </p:txBody>
      </p:sp>
      <p:sp>
        <p:nvSpPr>
          <p:cNvPr id="3" name="Retângulo: Canto Dobrado 2">
            <a:extLst>
              <a:ext uri="{FF2B5EF4-FFF2-40B4-BE49-F238E27FC236}">
                <a16:creationId xmlns:a16="http://schemas.microsoft.com/office/drawing/2014/main" id="{CD7F9518-F699-8DA3-68EE-52D064120F16}"/>
              </a:ext>
            </a:extLst>
          </p:cNvPr>
          <p:cNvSpPr/>
          <p:nvPr/>
        </p:nvSpPr>
        <p:spPr>
          <a:xfrm>
            <a:off x="7487265" y="4532671"/>
            <a:ext cx="1071715" cy="973394"/>
          </a:xfrm>
          <a:prstGeom prst="foldedCorne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 Dobrado 4">
            <a:extLst>
              <a:ext uri="{FF2B5EF4-FFF2-40B4-BE49-F238E27FC236}">
                <a16:creationId xmlns:a16="http://schemas.microsoft.com/office/drawing/2014/main" id="{4E852AE8-33CA-0C8B-5AAD-1B5B3DE797A7}"/>
              </a:ext>
            </a:extLst>
          </p:cNvPr>
          <p:cNvSpPr/>
          <p:nvPr/>
        </p:nvSpPr>
        <p:spPr>
          <a:xfrm>
            <a:off x="9522542" y="4026309"/>
            <a:ext cx="1071715" cy="973394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 Dobrado 8">
            <a:extLst>
              <a:ext uri="{FF2B5EF4-FFF2-40B4-BE49-F238E27FC236}">
                <a16:creationId xmlns:a16="http://schemas.microsoft.com/office/drawing/2014/main" id="{911439BC-DA50-322D-DDDA-0C2B4DA6CB6B}"/>
              </a:ext>
            </a:extLst>
          </p:cNvPr>
          <p:cNvSpPr/>
          <p:nvPr/>
        </p:nvSpPr>
        <p:spPr>
          <a:xfrm>
            <a:off x="9940413" y="867696"/>
            <a:ext cx="1071715" cy="973394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 Dobrado 9">
            <a:extLst>
              <a:ext uri="{FF2B5EF4-FFF2-40B4-BE49-F238E27FC236}">
                <a16:creationId xmlns:a16="http://schemas.microsoft.com/office/drawing/2014/main" id="{DBDDBF27-3285-0306-BC70-4E2DDDEFC875}"/>
              </a:ext>
            </a:extLst>
          </p:cNvPr>
          <p:cNvSpPr/>
          <p:nvPr/>
        </p:nvSpPr>
        <p:spPr>
          <a:xfrm>
            <a:off x="10692581" y="5363497"/>
            <a:ext cx="1071715" cy="973394"/>
          </a:xfrm>
          <a:prstGeom prst="folded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 Dobrado 10">
            <a:extLst>
              <a:ext uri="{FF2B5EF4-FFF2-40B4-BE49-F238E27FC236}">
                <a16:creationId xmlns:a16="http://schemas.microsoft.com/office/drawing/2014/main" id="{24DD1C62-8BAB-F1C1-D8AA-136813ACA960}"/>
              </a:ext>
            </a:extLst>
          </p:cNvPr>
          <p:cNvSpPr/>
          <p:nvPr/>
        </p:nvSpPr>
        <p:spPr>
          <a:xfrm>
            <a:off x="10156723" y="2512143"/>
            <a:ext cx="1071715" cy="973394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 Dobrado 11">
            <a:extLst>
              <a:ext uri="{FF2B5EF4-FFF2-40B4-BE49-F238E27FC236}">
                <a16:creationId xmlns:a16="http://schemas.microsoft.com/office/drawing/2014/main" id="{6EE43D87-0DAB-C8B3-22A2-C8A7ABC5C8C6}"/>
              </a:ext>
            </a:extLst>
          </p:cNvPr>
          <p:cNvSpPr/>
          <p:nvPr/>
        </p:nvSpPr>
        <p:spPr>
          <a:xfrm>
            <a:off x="6486834" y="2856270"/>
            <a:ext cx="1071715" cy="973394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 Dobrado 13">
            <a:extLst>
              <a:ext uri="{FF2B5EF4-FFF2-40B4-BE49-F238E27FC236}">
                <a16:creationId xmlns:a16="http://schemas.microsoft.com/office/drawing/2014/main" id="{C75345C1-C096-8931-E0E0-1011844C6DDB}"/>
              </a:ext>
            </a:extLst>
          </p:cNvPr>
          <p:cNvSpPr/>
          <p:nvPr/>
        </p:nvSpPr>
        <p:spPr>
          <a:xfrm>
            <a:off x="2319185" y="1538748"/>
            <a:ext cx="1289254" cy="1115961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Atividade em equipe - reflexão sobre liderança (influência)</a:t>
            </a:r>
          </a:p>
        </p:txBody>
      </p:sp>
      <p:pic>
        <p:nvPicPr>
          <p:cNvPr id="2" name="Gráfico 1" descr="Na mosca com preenchimento sólido">
            <a:extLst>
              <a:ext uri="{FF2B5EF4-FFF2-40B4-BE49-F238E27FC236}">
                <a16:creationId xmlns:a16="http://schemas.microsoft.com/office/drawing/2014/main" id="{DB734C10-D274-EACC-CF25-2406E3BEF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9826" y="2399774"/>
            <a:ext cx="509870" cy="509870"/>
          </a:xfrm>
          <a:prstGeom prst="rect">
            <a:avLst/>
          </a:prstGeom>
        </p:spPr>
      </p:pic>
      <p:sp>
        <p:nvSpPr>
          <p:cNvPr id="15" name="Retângulo: Canto Dobrado 14">
            <a:extLst>
              <a:ext uri="{FF2B5EF4-FFF2-40B4-BE49-F238E27FC236}">
                <a16:creationId xmlns:a16="http://schemas.microsoft.com/office/drawing/2014/main" id="{250568F5-6A4D-1D94-BAA2-77CAADD3DA11}"/>
              </a:ext>
            </a:extLst>
          </p:cNvPr>
          <p:cNvSpPr/>
          <p:nvPr/>
        </p:nvSpPr>
        <p:spPr>
          <a:xfrm>
            <a:off x="592394" y="850490"/>
            <a:ext cx="1371600" cy="990600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Quebra-gelo dinâmica comunicação</a:t>
            </a:r>
          </a:p>
        </p:txBody>
      </p:sp>
    </p:spTree>
    <p:extLst>
      <p:ext uri="{BB962C8B-B14F-4D97-AF65-F5344CB8AC3E}">
        <p14:creationId xmlns:p14="http://schemas.microsoft.com/office/powerpoint/2010/main" val="120385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75694-C19C-99E1-9E6B-495A7579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12FABE2-B8B1-6E3C-54E7-E6EC65CB8950}"/>
              </a:ext>
            </a:extLst>
          </p:cNvPr>
          <p:cNvCxnSpPr>
            <a:cxnSpLocks/>
          </p:cNvCxnSpPr>
          <p:nvPr/>
        </p:nvCxnSpPr>
        <p:spPr>
          <a:xfrm flipH="1">
            <a:off x="4689987" y="0"/>
            <a:ext cx="1976284" cy="6858000"/>
          </a:xfrm>
          <a:prstGeom prst="line">
            <a:avLst/>
          </a:prstGeom>
          <a:ln w="73025"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CB0923E-315C-1851-A89E-A05A65A7D150}"/>
              </a:ext>
            </a:extLst>
          </p:cNvPr>
          <p:cNvSpPr/>
          <p:nvPr/>
        </p:nvSpPr>
        <p:spPr>
          <a:xfrm>
            <a:off x="4827640" y="147484"/>
            <a:ext cx="1179870" cy="4817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DIA 5</a:t>
            </a:r>
          </a:p>
        </p:txBody>
      </p:sp>
      <p:sp>
        <p:nvSpPr>
          <p:cNvPr id="3" name="Retângulo: Canto Dobrado 2">
            <a:extLst>
              <a:ext uri="{FF2B5EF4-FFF2-40B4-BE49-F238E27FC236}">
                <a16:creationId xmlns:a16="http://schemas.microsoft.com/office/drawing/2014/main" id="{AF7EC7CD-0A17-7B9B-63FB-F385FB53A0E5}"/>
              </a:ext>
            </a:extLst>
          </p:cNvPr>
          <p:cNvSpPr/>
          <p:nvPr/>
        </p:nvSpPr>
        <p:spPr>
          <a:xfrm>
            <a:off x="378543" y="4336026"/>
            <a:ext cx="1071715" cy="973394"/>
          </a:xfrm>
          <a:prstGeom prst="foldedCorne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 Dobrado 4">
            <a:extLst>
              <a:ext uri="{FF2B5EF4-FFF2-40B4-BE49-F238E27FC236}">
                <a16:creationId xmlns:a16="http://schemas.microsoft.com/office/drawing/2014/main" id="{E3ADC056-5F92-C0C3-6591-875A9D6EFB97}"/>
              </a:ext>
            </a:extLst>
          </p:cNvPr>
          <p:cNvSpPr/>
          <p:nvPr/>
        </p:nvSpPr>
        <p:spPr>
          <a:xfrm>
            <a:off x="2413820" y="3829664"/>
            <a:ext cx="1071715" cy="973394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 Dobrado 7">
            <a:extLst>
              <a:ext uri="{FF2B5EF4-FFF2-40B4-BE49-F238E27FC236}">
                <a16:creationId xmlns:a16="http://schemas.microsoft.com/office/drawing/2014/main" id="{544E7AB0-5579-EB6C-E4B1-8BCDD65C9ABA}"/>
              </a:ext>
            </a:extLst>
          </p:cNvPr>
          <p:cNvSpPr/>
          <p:nvPr/>
        </p:nvSpPr>
        <p:spPr>
          <a:xfrm>
            <a:off x="796414" y="1177413"/>
            <a:ext cx="1071715" cy="973394"/>
          </a:xfrm>
          <a:prstGeom prst="foldedCorne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 Dobrado 9">
            <a:extLst>
              <a:ext uri="{FF2B5EF4-FFF2-40B4-BE49-F238E27FC236}">
                <a16:creationId xmlns:a16="http://schemas.microsoft.com/office/drawing/2014/main" id="{74B1BE4C-D54A-C4AA-DD71-530A11FEEA85}"/>
              </a:ext>
            </a:extLst>
          </p:cNvPr>
          <p:cNvSpPr/>
          <p:nvPr/>
        </p:nvSpPr>
        <p:spPr>
          <a:xfrm>
            <a:off x="3583859" y="5166852"/>
            <a:ext cx="1071715" cy="973394"/>
          </a:xfrm>
          <a:prstGeom prst="folded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 Dobrado 10">
            <a:extLst>
              <a:ext uri="{FF2B5EF4-FFF2-40B4-BE49-F238E27FC236}">
                <a16:creationId xmlns:a16="http://schemas.microsoft.com/office/drawing/2014/main" id="{13990B70-80C6-7215-D9E2-6C2ECCFE9907}"/>
              </a:ext>
            </a:extLst>
          </p:cNvPr>
          <p:cNvSpPr/>
          <p:nvPr/>
        </p:nvSpPr>
        <p:spPr>
          <a:xfrm>
            <a:off x="3048001" y="2315498"/>
            <a:ext cx="1071715" cy="973394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BD55D90-2B92-01BA-177E-4EB17FF6115C}"/>
              </a:ext>
            </a:extLst>
          </p:cNvPr>
          <p:cNvSpPr/>
          <p:nvPr/>
        </p:nvSpPr>
        <p:spPr>
          <a:xfrm>
            <a:off x="7069393" y="147484"/>
            <a:ext cx="1179870" cy="4817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 DATA</a:t>
            </a:r>
          </a:p>
        </p:txBody>
      </p:sp>
      <p:sp>
        <p:nvSpPr>
          <p:cNvPr id="9" name="Retângulo: Canto Dobrado 8">
            <a:extLst>
              <a:ext uri="{FF2B5EF4-FFF2-40B4-BE49-F238E27FC236}">
                <a16:creationId xmlns:a16="http://schemas.microsoft.com/office/drawing/2014/main" id="{F408DB65-5CC0-2DF4-FA17-4C527F1955A6}"/>
              </a:ext>
            </a:extLst>
          </p:cNvPr>
          <p:cNvSpPr/>
          <p:nvPr/>
        </p:nvSpPr>
        <p:spPr>
          <a:xfrm>
            <a:off x="7487265" y="4532671"/>
            <a:ext cx="1071715" cy="973394"/>
          </a:xfrm>
          <a:prstGeom prst="foldedCorne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 Dobrado 11">
            <a:extLst>
              <a:ext uri="{FF2B5EF4-FFF2-40B4-BE49-F238E27FC236}">
                <a16:creationId xmlns:a16="http://schemas.microsoft.com/office/drawing/2014/main" id="{3228C032-F97A-F961-49FF-7B4AA84EE142}"/>
              </a:ext>
            </a:extLst>
          </p:cNvPr>
          <p:cNvSpPr/>
          <p:nvPr/>
        </p:nvSpPr>
        <p:spPr>
          <a:xfrm>
            <a:off x="9522542" y="4026309"/>
            <a:ext cx="1071715" cy="973394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 Dobrado 12">
            <a:extLst>
              <a:ext uri="{FF2B5EF4-FFF2-40B4-BE49-F238E27FC236}">
                <a16:creationId xmlns:a16="http://schemas.microsoft.com/office/drawing/2014/main" id="{D17D7A7B-AEA9-F769-55E8-2A1A24DEDE5A}"/>
              </a:ext>
            </a:extLst>
          </p:cNvPr>
          <p:cNvSpPr/>
          <p:nvPr/>
        </p:nvSpPr>
        <p:spPr>
          <a:xfrm>
            <a:off x="10692581" y="5363497"/>
            <a:ext cx="1071715" cy="973394"/>
          </a:xfrm>
          <a:prstGeom prst="folded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 Dobrado 13">
            <a:extLst>
              <a:ext uri="{FF2B5EF4-FFF2-40B4-BE49-F238E27FC236}">
                <a16:creationId xmlns:a16="http://schemas.microsoft.com/office/drawing/2014/main" id="{1341FCB5-ECFC-E380-885A-9B28A5DF0BBE}"/>
              </a:ext>
            </a:extLst>
          </p:cNvPr>
          <p:cNvSpPr/>
          <p:nvPr/>
        </p:nvSpPr>
        <p:spPr>
          <a:xfrm>
            <a:off x="10156723" y="2512143"/>
            <a:ext cx="1071715" cy="973394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 Dobrado 14">
            <a:extLst>
              <a:ext uri="{FF2B5EF4-FFF2-40B4-BE49-F238E27FC236}">
                <a16:creationId xmlns:a16="http://schemas.microsoft.com/office/drawing/2014/main" id="{AA6636E7-FC1A-A82D-B475-CDB047A897B6}"/>
              </a:ext>
            </a:extLst>
          </p:cNvPr>
          <p:cNvSpPr/>
          <p:nvPr/>
        </p:nvSpPr>
        <p:spPr>
          <a:xfrm>
            <a:off x="6486834" y="2856270"/>
            <a:ext cx="1071715" cy="973394"/>
          </a:xfrm>
          <a:prstGeom prst="folded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44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317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Black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MAIRA PRADO LOUVISON</dc:creator>
  <cp:lastModifiedBy>MAIRA PRADO LOUVISON</cp:lastModifiedBy>
  <cp:revision>3</cp:revision>
  <dcterms:created xsi:type="dcterms:W3CDTF">2026-05-19T15:21:51Z</dcterms:created>
  <dcterms:modified xsi:type="dcterms:W3CDTF">2026-05-20T18:06:18Z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119b123-6c29-4af8-8f05-b11667c69ead_Enabled">
    <vt:lpwstr>true</vt:lpwstr>
  </property>
  <property fmtid="{D5CDD505-2E9C-101B-9397-08002B2CF9AE}" pid="3" name="MSIP_Label_6119b123-6c29-4af8-8f05-b11667c69ead_SetDate">
    <vt:lpwstr>2026-05-19T16:11:13Z</vt:lpwstr>
  </property>
  <property fmtid="{D5CDD505-2E9C-101B-9397-08002B2CF9AE}" pid="4" name="MSIP_Label_6119b123-6c29-4af8-8f05-b11667c69ead_Method">
    <vt:lpwstr>Privileged</vt:lpwstr>
  </property>
  <property fmtid="{D5CDD505-2E9C-101B-9397-08002B2CF9AE}" pid="5" name="MSIP_Label_6119b123-6c29-4af8-8f05-b11667c69ead_Name">
    <vt:lpwstr>#interna (sem criptografia)</vt:lpwstr>
  </property>
  <property fmtid="{D5CDD505-2E9C-101B-9397-08002B2CF9AE}" pid="6" name="MSIP_Label_6119b123-6c29-4af8-8f05-b11667c69ead_SiteId">
    <vt:lpwstr>28a53cf0-2b18-4b97-9cf7-91838b8a7297</vt:lpwstr>
  </property>
  <property fmtid="{D5CDD505-2E9C-101B-9397-08002B2CF9AE}" pid="7" name="MSIP_Label_6119b123-6c29-4af8-8f05-b11667c69ead_ActionId">
    <vt:lpwstr>a07b9140-df78-441b-ad7c-98f165d33f87</vt:lpwstr>
  </property>
  <property fmtid="{D5CDD505-2E9C-101B-9397-08002B2CF9AE}" pid="8" name="MSIP_Label_6119b123-6c29-4af8-8f05-b11667c69ead_ContentBits">
    <vt:lpwstr>1</vt:lpwstr>
  </property>
  <property fmtid="{D5CDD505-2E9C-101B-9397-08002B2CF9AE}" pid="9" name="MSIP_Label_6119b123-6c29-4af8-8f05-b11667c69ead_Tag">
    <vt:lpwstr>10, 0, 1, 1</vt:lpwstr>
  </property>
  <property fmtid="{D5CDD505-2E9C-101B-9397-08002B2CF9AE}" pid="10" name="ClassificationContentMarkingHeaderLocations">
    <vt:lpwstr>Tema do Office:8</vt:lpwstr>
  </property>
  <property fmtid="{D5CDD505-2E9C-101B-9397-08002B2CF9AE}" pid="11" name="ClassificationContentMarkingHeaderText">
    <vt:lpwstr>Classificação: Interna</vt:lpwstr>
  </property>
</Properties>
</file>